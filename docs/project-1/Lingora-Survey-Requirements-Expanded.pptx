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19a9df195e4f19" /><Relationship Type="http://schemas.openxmlformats.org/officeDocument/2006/relationships/extended-properties" Target="/docProps/app.xml" Id="R06b5b477664345b3" /><Relationship Type="http://schemas.openxmlformats.org/officeDocument/2006/relationships/officeDocument" Target="/ppt/presentation.xml" Id="R018efa55fa134de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049908eac284af9"/>
  </p:sldMasterIdLst>
  <p:notesMasterIdLst>
    <p:notesMasterId xmlns:r="http://schemas.openxmlformats.org/officeDocument/2006/relationships" r:id="Re9629c93df8f4d0a"/>
  </p:notesMasterIdLst>
  <p:sldIdLst>
    <p:sldId xmlns:r="http://schemas.openxmlformats.org/officeDocument/2006/relationships" id="256" r:id="Ra59eced38d5e41fa"/>
    <p:sldId xmlns:r="http://schemas.openxmlformats.org/officeDocument/2006/relationships" id="257" r:id="R647a38e679224a8c"/>
    <p:sldId xmlns:r="http://schemas.openxmlformats.org/officeDocument/2006/relationships" id="258" r:id="R29041b11a28440da"/>
    <p:sldId xmlns:r="http://schemas.openxmlformats.org/officeDocument/2006/relationships" id="259" r:id="R38fb002294804907"/>
    <p:sldId xmlns:r="http://schemas.openxmlformats.org/officeDocument/2006/relationships" id="260" r:id="R7e7ede5686b04274"/>
    <p:sldId xmlns:r="http://schemas.openxmlformats.org/officeDocument/2006/relationships" id="261" r:id="Re369ad137335488d"/>
    <p:sldId xmlns:r="http://schemas.openxmlformats.org/officeDocument/2006/relationships" id="262" r:id="R574d4495b4c84c6c"/>
    <p:sldId xmlns:r="http://schemas.openxmlformats.org/officeDocument/2006/relationships" id="263" r:id="R977e864afe3648bd"/>
    <p:sldId xmlns:r="http://schemas.openxmlformats.org/officeDocument/2006/relationships" id="264" r:id="R0b9329b14202453b"/>
    <p:sldId xmlns:r="http://schemas.openxmlformats.org/officeDocument/2006/relationships" id="265" r:id="Ra79f44ae31544271"/>
    <p:sldId xmlns:r="http://schemas.openxmlformats.org/officeDocument/2006/relationships" id="266" r:id="R68a11df109a2443a"/>
    <p:sldId xmlns:r="http://schemas.openxmlformats.org/officeDocument/2006/relationships" id="267" r:id="Rdd3e000a78b746d4"/>
    <p:sldId xmlns:r="http://schemas.openxmlformats.org/officeDocument/2006/relationships" id="268" r:id="R5dee1ea889a6458d"/>
    <p:sldId xmlns:r="http://schemas.openxmlformats.org/officeDocument/2006/relationships" id="269" r:id="R8588530a2c7d4e62"/>
    <p:sldId xmlns:r="http://schemas.openxmlformats.org/officeDocument/2006/relationships" id="270" r:id="R220dcb54ff1046b1"/>
    <p:sldId xmlns:r="http://schemas.openxmlformats.org/officeDocument/2006/relationships" id="271" r:id="Ra315ba3268474c82"/>
    <p:sldId xmlns:r="http://schemas.openxmlformats.org/officeDocument/2006/relationships" id="272" r:id="R60b075c30cbd4a38"/>
    <p:sldId xmlns:r="http://schemas.openxmlformats.org/officeDocument/2006/relationships" id="273" r:id="Rc08e349d7a9f4a1d"/>
    <p:sldId xmlns:r="http://schemas.openxmlformats.org/officeDocument/2006/relationships" id="274" r:id="R7a78680a0c5b460c"/>
    <p:sldId xmlns:r="http://schemas.openxmlformats.org/officeDocument/2006/relationships" id="275" r:id="R9e3c28fe4545434d"/>
    <p:sldId xmlns:r="http://schemas.openxmlformats.org/officeDocument/2006/relationships" id="276" r:id="Rd08d0a394c974a91"/>
    <p:sldId xmlns:r="http://schemas.openxmlformats.org/officeDocument/2006/relationships" id="277" r:id="R4d37932ff2a744ae"/>
    <p:sldId xmlns:r="http://schemas.openxmlformats.org/officeDocument/2006/relationships" id="278" r:id="R1aabd874dd1c47ef"/>
    <p:sldId xmlns:r="http://schemas.openxmlformats.org/officeDocument/2006/relationships" id="279" r:id="Rf179512b5c074345"/>
    <p:sldId xmlns:r="http://schemas.openxmlformats.org/officeDocument/2006/relationships" id="280" r:id="R46e97fbda16f420c"/>
    <p:sldId xmlns:r="http://schemas.openxmlformats.org/officeDocument/2006/relationships" id="281" r:id="R463fc0007bbe45bd"/>
    <p:sldId xmlns:r="http://schemas.openxmlformats.org/officeDocument/2006/relationships" id="282" r:id="Rd7d21f6bd0b24e4d"/>
  </p:sldIdLst>
  <p:sldSz cx="18288000" cy="10287000"/>
  <p:notesSz cx="6858000" cy="9144000"/>
  <p:embeddedFontLst>
    <p:embeddedFont>
      <p:font typeface="Times New Roman Bold"/>
      <p:regular xmlns:r="http://schemas.openxmlformats.org/officeDocument/2006/relationships" r:id="R13132fbc0f47403e"/>
    </p:embeddedFont>
    <p:embeddedFont>
      <p:font typeface="Segoe UI Bold"/>
      <p:regular xmlns:r="http://schemas.openxmlformats.org/officeDocument/2006/relationships" r:id="Rb73a46f642ba43dd"/>
    </p:embeddedFont>
    <p:embeddedFont>
      <p:font typeface="Segoe UI"/>
      <p:regular xmlns:r="http://schemas.openxmlformats.org/officeDocument/2006/relationships" r:id="R232a2e9581bd463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2edf13216244d4e" /><Relationship Type="http://schemas.openxmlformats.org/officeDocument/2006/relationships/slideMaster" Target="/ppt/slideMasters/slideMaster1.xml" Id="R6049908eac284af9" /><Relationship Type="http://schemas.openxmlformats.org/officeDocument/2006/relationships/notesMaster" Target="/ppt/notesMasters/notesMaster1.xml" Id="Re9629c93df8f4d0a" /><Relationship Type="http://schemas.openxmlformats.org/officeDocument/2006/relationships/presProps" Target="/ppt/presProps.xml" Id="R0eccc2604a144f44" /><Relationship Type="http://schemas.openxmlformats.org/officeDocument/2006/relationships/viewProps" Target="/ppt/viewProps.xml" Id="R7cbdea01ffc048ab" /><Relationship Type="http://schemas.openxmlformats.org/officeDocument/2006/relationships/tableStyles" Target="/ppt/tableStyles.xml" Id="R4818a8c519704f38" /><Relationship Type="http://schemas.openxmlformats.org/officeDocument/2006/relationships/font" Target="/ppt/fonts/font.dat" Id="R13132fbc0f47403e" /><Relationship Type="http://schemas.openxmlformats.org/officeDocument/2006/relationships/font" Target="/ppt/fonts/font2.dat" Id="Rb73a46f642ba43dd" /><Relationship Type="http://schemas.openxmlformats.org/officeDocument/2006/relationships/font" Target="/ppt/fonts/font3.dat" Id="R232a2e9581bd463e" /><Relationship Type="http://schemas.openxmlformats.org/officeDocument/2006/relationships/slide" Target="/ppt/slides/slide1.xml" Id="Ra59eced38d5e41fa" /><Relationship Type="http://schemas.openxmlformats.org/officeDocument/2006/relationships/slide" Target="/ppt/slides/slide2.xml" Id="R647a38e679224a8c" /><Relationship Type="http://schemas.openxmlformats.org/officeDocument/2006/relationships/slide" Target="/ppt/slides/slide3.xml" Id="R29041b11a28440da" /><Relationship Type="http://schemas.openxmlformats.org/officeDocument/2006/relationships/slide" Target="/ppt/slides/slide4.xml" Id="R38fb002294804907" /><Relationship Type="http://schemas.openxmlformats.org/officeDocument/2006/relationships/slide" Target="/ppt/slides/slide5.xml" Id="R7e7ede5686b04274" /><Relationship Type="http://schemas.openxmlformats.org/officeDocument/2006/relationships/slide" Target="/ppt/slides/slide6.xml" Id="Re369ad137335488d" /><Relationship Type="http://schemas.openxmlformats.org/officeDocument/2006/relationships/slide" Target="/ppt/slides/slide7.xml" Id="R574d4495b4c84c6c" /><Relationship Type="http://schemas.openxmlformats.org/officeDocument/2006/relationships/slide" Target="/ppt/slides/slide8.xml" Id="R977e864afe3648bd" /><Relationship Type="http://schemas.openxmlformats.org/officeDocument/2006/relationships/slide" Target="/ppt/slides/slide9.xml" Id="R0b9329b14202453b" /><Relationship Type="http://schemas.openxmlformats.org/officeDocument/2006/relationships/slide" Target="/ppt/slides/slide10.xml" Id="Ra79f44ae31544271" /><Relationship Type="http://schemas.openxmlformats.org/officeDocument/2006/relationships/slide" Target="/ppt/slides/slide11.xml" Id="R68a11df109a2443a" /><Relationship Type="http://schemas.openxmlformats.org/officeDocument/2006/relationships/slide" Target="/ppt/slides/slide12.xml" Id="Rdd3e000a78b746d4" /><Relationship Type="http://schemas.openxmlformats.org/officeDocument/2006/relationships/slide" Target="/ppt/slides/slide13.xml" Id="R5dee1ea889a6458d" /><Relationship Type="http://schemas.openxmlformats.org/officeDocument/2006/relationships/slide" Target="/ppt/slides/slide14.xml" Id="R8588530a2c7d4e62" /><Relationship Type="http://schemas.openxmlformats.org/officeDocument/2006/relationships/slide" Target="/ppt/slides/slide15.xml" Id="R220dcb54ff1046b1" /><Relationship Type="http://schemas.openxmlformats.org/officeDocument/2006/relationships/slide" Target="/ppt/slides/slide16.xml" Id="Ra315ba3268474c82" /><Relationship Type="http://schemas.openxmlformats.org/officeDocument/2006/relationships/slide" Target="/ppt/slides/slide17.xml" Id="R60b075c30cbd4a38" /><Relationship Type="http://schemas.openxmlformats.org/officeDocument/2006/relationships/slide" Target="/ppt/slides/slide18.xml" Id="Rc08e349d7a9f4a1d" /><Relationship Type="http://schemas.openxmlformats.org/officeDocument/2006/relationships/slide" Target="/ppt/slides/slide19.xml" Id="R7a78680a0c5b460c" /><Relationship Type="http://schemas.openxmlformats.org/officeDocument/2006/relationships/slide" Target="/ppt/slides/slide20.xml" Id="R9e3c28fe4545434d" /><Relationship Type="http://schemas.openxmlformats.org/officeDocument/2006/relationships/slide" Target="/ppt/slides/slide21.xml" Id="Rd08d0a394c974a91" /><Relationship Type="http://schemas.openxmlformats.org/officeDocument/2006/relationships/slide" Target="/ppt/slides/slide22.xml" Id="R4d37932ff2a744ae" /><Relationship Type="http://schemas.openxmlformats.org/officeDocument/2006/relationships/slide" Target="/ppt/slides/slide23.xml" Id="R1aabd874dd1c47ef" /><Relationship Type="http://schemas.openxmlformats.org/officeDocument/2006/relationships/slide" Target="/ppt/slides/slide24.xml" Id="Rf179512b5c074345" /><Relationship Type="http://schemas.openxmlformats.org/officeDocument/2006/relationships/slide" Target="/ppt/slides/slide25.xml" Id="R46e97fbda16f420c" /><Relationship Type="http://schemas.openxmlformats.org/officeDocument/2006/relationships/slide" Target="/ppt/slides/slide26.xml" Id="R463fc0007bbe45bd" /><Relationship Type="http://schemas.openxmlformats.org/officeDocument/2006/relationships/slide" Target="/ppt/slides/slide27.xml" Id="Rd7d21f6bd0b24e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6b31851d9547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72f899731849ae" /><Relationship Type="http://schemas.openxmlformats.org/officeDocument/2006/relationships/notesMaster" Target="/ppt/notesMasters/notesMaster1.xml" Id="R0e223e6f5bad46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80b69583cc419b" /><Relationship Type="http://schemas.openxmlformats.org/officeDocument/2006/relationships/notesMaster" Target="/ppt/notesMasters/notesMaster1.xml" Id="R00bd4e95d3b14e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7f4d80eb1644af" /><Relationship Type="http://schemas.openxmlformats.org/officeDocument/2006/relationships/notesMaster" Target="/ppt/notesMasters/notesMaster1.xml" Id="R6c1a2455e21943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6a8fb1abe34df4" /><Relationship Type="http://schemas.openxmlformats.org/officeDocument/2006/relationships/notesMaster" Target="/ppt/notesMasters/notesMaster1.xml" Id="R65f777f2d9364b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7f2113490b4b86" /><Relationship Type="http://schemas.openxmlformats.org/officeDocument/2006/relationships/notesMaster" Target="/ppt/notesMasters/notesMaster1.xml" Id="Rbd02b3bbcbff48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aea939e8554f3a" /><Relationship Type="http://schemas.openxmlformats.org/officeDocument/2006/relationships/notesMaster" Target="/ppt/notesMasters/notesMaster1.xml" Id="Rf2ba6c9159c54e1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aaaa59856e4bf7" /><Relationship Type="http://schemas.openxmlformats.org/officeDocument/2006/relationships/notesMaster" Target="/ppt/notesMasters/notesMaster1.xml" Id="R2d940f11a5b744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65a47c513a24a4e" /><Relationship Type="http://schemas.openxmlformats.org/officeDocument/2006/relationships/notesMaster" Target="/ppt/notesMasters/notesMaster1.xml" Id="Rba9cb4502426497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8b49de249943dd" /><Relationship Type="http://schemas.openxmlformats.org/officeDocument/2006/relationships/notesMaster" Target="/ppt/notesMasters/notesMaster1.xml" Id="Rf67b9fe6c27243d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cd67b8b71b4ad3" /><Relationship Type="http://schemas.openxmlformats.org/officeDocument/2006/relationships/notesMaster" Target="/ppt/notesMasters/notesMaster1.xml" Id="R93d2578878bb4d1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5f14badb65646eb" /><Relationship Type="http://schemas.openxmlformats.org/officeDocument/2006/relationships/notesMaster" Target="/ppt/notesMasters/notesMaster1.xml" Id="R1b6f18e17807489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c21290dbb1c4316" /><Relationship Type="http://schemas.openxmlformats.org/officeDocument/2006/relationships/notesMaster" Target="/ppt/notesMasters/notesMaster1.xml" Id="R7fbd6780511e41f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dc260c8cac47b5" /><Relationship Type="http://schemas.openxmlformats.org/officeDocument/2006/relationships/notesMaster" Target="/ppt/notesMasters/notesMaster1.xml" Id="R1eb98fd453814c7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124f90c111e4453" /><Relationship Type="http://schemas.openxmlformats.org/officeDocument/2006/relationships/notesMaster" Target="/ppt/notesMasters/notesMaster1.xml" Id="Rb1bfc57b25584ea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8017b39c1c14388" /><Relationship Type="http://schemas.openxmlformats.org/officeDocument/2006/relationships/notesMaster" Target="/ppt/notesMasters/notesMaster1.xml" Id="R247e9c1a76654c4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0f731c0945043d6" /><Relationship Type="http://schemas.openxmlformats.org/officeDocument/2006/relationships/notesMaster" Target="/ppt/notesMasters/notesMaster1.xml" Id="R8d92d267f0bb4d0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b1691808ccd4699" /><Relationship Type="http://schemas.openxmlformats.org/officeDocument/2006/relationships/notesMaster" Target="/ppt/notesMasters/notesMaster1.xml" Id="R98a045213d474ac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77d29720dba464c" /><Relationship Type="http://schemas.openxmlformats.org/officeDocument/2006/relationships/notesMaster" Target="/ppt/notesMasters/notesMaster1.xml" Id="Rd90ff8a750df44c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edf980a07554089" /><Relationship Type="http://schemas.openxmlformats.org/officeDocument/2006/relationships/notesMaster" Target="/ppt/notesMasters/notesMaster1.xml" Id="Rdf0c09f73f92403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b0c91e315f2427d" /><Relationship Type="http://schemas.openxmlformats.org/officeDocument/2006/relationships/notesMaster" Target="/ppt/notesMasters/notesMaster1.xml" Id="Rf1641f28d97a47b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d33b19aa8b24712" /><Relationship Type="http://schemas.openxmlformats.org/officeDocument/2006/relationships/notesMaster" Target="/ppt/notesMasters/notesMaster1.xml" Id="R2b88371267a44af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d8c3d9eef2847e8" /><Relationship Type="http://schemas.openxmlformats.org/officeDocument/2006/relationships/notesMaster" Target="/ppt/notesMasters/notesMaster1.xml" Id="R862cc55f7a27489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548f6b18256488d" /><Relationship Type="http://schemas.openxmlformats.org/officeDocument/2006/relationships/notesMaster" Target="/ppt/notesMasters/notesMaster1.xml" Id="R63b09069a83f493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b90c5fda35d45f7" /><Relationship Type="http://schemas.openxmlformats.org/officeDocument/2006/relationships/notesMaster" Target="/ppt/notesMasters/notesMaster1.xml" Id="Rd2499202017a44c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cc2add69cdc4a1c" /><Relationship Type="http://schemas.openxmlformats.org/officeDocument/2006/relationships/notesMaster" Target="/ppt/notesMasters/notesMaster1.xml" Id="R1a559b61bac1499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01baf5b121c488c" /><Relationship Type="http://schemas.openxmlformats.org/officeDocument/2006/relationships/notesMaster" Target="/ppt/notesMasters/notesMaster1.xml" Id="R0bfacd89ffc64fe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1711e85604b43bf" /><Relationship Type="http://schemas.openxmlformats.org/officeDocument/2006/relationships/notesMaster" Target="/ppt/notesMasters/notesMaster1.xml" Id="R425156508da042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Kính chào Quý Thầy Cô và Hội đồng đánh giá.</a:t>
            </a:r>
          </a:p>
          <a:p xmlns:a="http://schemas.openxmlformats.org/drawingml/2006/main">
            <a:r>
              <a:t>Đề tài: Nền tảng học ngoại ngữ trực tuyến Lingora.</a:t>
            </a:r>
          </a:p>
          <a:p xmlns:a="http://schemas.openxmlformats.org/drawingml/2006/main">
            <a:r>
              <a:t>Nhóm gồm 3 thành viên: Phạm Nguyễn Thanh Tùng (Lead), Nguyễn Văn Bắc, Lê Thị Thanh Thúy.</a:t>
            </a:r>
          </a:p>
          <a:p xmlns:a="http://schemas.openxmlformats.org/drawingml/2006/main">
            <a:r>
              <a:t>[Sources]</a:t>
            </a:r>
          </a:p>
          <a:p xmlns:a="http://schemas.openxmlformats.org/drawingml/2006/main">
            <a:r>
              <a:t>- docs/00-master-plan.md §0.1</a:t>
            </a:r>
          </a:p>
          <a:p xmlns:a="http://schemas.openxmlformats.org/drawingml/2006/main">
            <a:r>
              <a:t>- docs/QUICK-REF.md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Báo cáo gồm 4 phần mạch lạc theo đúng quy trình Kỹ nghệ Yêu cầu chuẩn IEEE.</a:t>
            </a:r>
          </a:p>
          <a:p xmlns:a="http://schemas.openxmlformats.org/drawingml/2006/main">
            <a:r>
              <a:t>[Sources]</a:t>
            </a:r>
          </a:p>
          <a:p xmlns:a="http://schemas.openxmlformats.org/drawingml/2006/main">
            <a:r>
              <a:t>- docs/02-requirements.md</a:t>
            </a:r>
          </a:p>
          <a:p xmlns:a="http://schemas.openxmlformats.org/drawingml/2006/main">
            <a:r>
              <a:t>- docs/05-traceability-matrix.md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Phần I: Tổng quan thực trạng học ngoại ngữ và định vị giải pháp Lingora.</a:t>
            </a:r>
          </a:p>
          <a:p xmlns:a="http://schemas.openxmlformats.org/drawingml/2006/main">
            <a:r>
              <a:t>[Sources]</a:t>
            </a:r>
          </a:p>
          <a:p xmlns:a="http://schemas.openxmlformats.org/drawingml/2006/main">
            <a:r>
              <a:t>- docs/00-master-plan.md §0.1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tích 3 rào cản lớn nhất của người tự học ngoại ngữ dựa trên số liệu khảo sát thực tế.</a:t>
            </a:r>
          </a:p>
          <a:p xmlns:a="http://schemas.openxmlformats.org/drawingml/2006/main">
            <a:r>
              <a:t>[Sources]</a:t>
            </a:r>
          </a:p>
          <a:p xmlns:a="http://schemas.openxmlformats.org/drawingml/2006/main">
            <a:r>
              <a:t>- Khảo sát Nhu cầu &amp; Thói quen Học Ngoại ngữ (Câu trả lời).xlsx</a:t>
            </a:r>
          </a:p>
          <a:p xmlns:a="http://schemas.openxmlformats.org/drawingml/2006/main">
            <a:r>
              <a:t>- docs/report/evidence-register.md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Lingora giải quyết trực diện 3 rào cản thông qua SRS khoa học, Scenario Writing và cá nhân hóa tiến độ.</a:t>
            </a:r>
          </a:p>
          <a:p xmlns:a="http://schemas.openxmlformats.org/drawingml/2006/main">
            <a:r>
              <a:t>[Sources]</a:t>
            </a:r>
          </a:p>
          <a:p xmlns:a="http://schemas.openxmlformats.org/drawingml/2006/main">
            <a:r>
              <a:t>- docs/01-architecture.md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II: Dữ liệu thực chứng từ khảo sát diện rộng, 9 phỏng vấn chuyên sâu và đối sánh giải pháp thị trường.</a:t>
            </a:r>
          </a:p>
          <a:p xmlns:a="http://schemas.openxmlformats.org/drawingml/2006/main">
            <a:r>
              <a:t>[Sources]</a:t>
            </a:r>
          </a:p>
          <a:p xmlns:a="http://schemas.openxmlformats.org/drawingml/2006/main">
            <a:r>
              <a:t>- docs/report/evidence-register.md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Dữ liệu khảo sát thực tế và 9 phỏng vấn chuyên sâu khẳng định nhu cầu cấp thiết về SRS, sửa lỗi ngữ pháp và cá nhân hóa lộ trình.</a:t>
            </a:r>
          </a:p>
          <a:p xmlns:a="http://schemas.openxmlformats.org/drawingml/2006/main">
            <a:r>
              <a:t>[Sources]</a:t>
            </a:r>
          </a:p>
          <a:p xmlns:a="http://schemas.openxmlformats.org/drawingml/2006/main">
            <a:r>
              <a:t>- Khảo sát Nhu cầu &amp; Thói quen Học Ngoại ngữ (Câu trả lời).xlsx</a:t>
            </a:r>
          </a:p>
          <a:p xmlns:a="http://schemas.openxmlformats.org/drawingml/2006/main">
            <a:r>
              <a:t>- docs/report/evidence-register.md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nhóm nhu cầu trọng tâm được chứng minh bởi dữ liệu khảo sát, là căn cứ xây dựng 10 Use Cases của Lingora.</a:t>
            </a:r>
          </a:p>
          <a:p xmlns:a="http://schemas.openxmlformats.org/drawingml/2006/main">
            <a:r>
              <a:t>[Sources]</a:t>
            </a:r>
          </a:p>
          <a:p xmlns:a="http://schemas.openxmlformats.org/drawingml/2006/main">
            <a:r>
              <a:t>- Khảo sát Nhu cầu &amp; Thói quen Học Ngoại ngữ (Câu trả lời).xlsx</a:t>
            </a:r>
          </a:p>
          <a:p xmlns:a="http://schemas.openxmlformats.org/drawingml/2006/main">
            <a:r>
              <a:t>- docs/report/evidence-register.md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Trực quan hóa 5 chỉ số khảo sát thực tế (N=15) từ file dữ liệu gốc:</a:t>
            </a:r>
          </a:p>
          <a:p xmlns:a="http://schemas.openxmlformats.org/drawingml/2006/main">
            <a:r>
              <a:t>1. 100% người học hay quên từ vựng (53.3% rất thường xuyên, 46.7% thỉnh thoảng).</a:t>
            </a:r>
          </a:p>
          <a:p xmlns:a="http://schemas.openxmlformats.org/drawingml/2006/main">
            <a:r>
              <a:t>2. 80.0% đánh giá cấp thiết có tính năng ôn tập SRS (Điểm TB: 4.13 / 5.0).</a:t>
            </a:r>
          </a:p>
          <a:p xmlns:a="http://schemas.openxmlformats.org/drawingml/2006/main">
            <a:r>
              <a:t>3. 86.7% từng bỏ học do nản / thiếu phương pháp duy trì thói quen.</a:t>
            </a:r>
          </a:p>
          <a:p xmlns:a="http://schemas.openxmlformats.org/drawingml/2006/main">
            <a:r>
              <a:t>4. 66.7% có nhu cầu cấp thiết về sửa lỗi ngữ pháp câu viết và gạch chân vị trí sai (Diff).</a:t>
            </a:r>
          </a:p>
          <a:p xmlns:a="http://schemas.openxmlformats.org/drawingml/2006/main">
            <a:r>
              <a:t>5. 73.3% ưu tiên dạng bài tập điền từ tương tác kết hợp âm thanh bản xứ.</a:t>
            </a:r>
          </a:p>
          <a:p xmlns:a="http://schemas.openxmlformats.org/drawingml/2006/main">
            <a:r>
              <a:t>[Sources]</a:t>
            </a:r>
          </a:p>
          <a:p xmlns:a="http://schemas.openxmlformats.org/drawingml/2006/main">
            <a:r>
              <a:t>- Khảo sát Nhu cầu &amp; Thói quen Học Ngoại ngữ (Câu trả lời).xlsx</a:t>
            </a:r>
          </a:p>
          <a:p xmlns:a="http://schemas.openxmlformats.org/drawingml/2006/main">
            <a:r>
              <a:t>- docs/report/evidence-register.md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Đối sánh 4 giải pháp tiêu biểu giúp định vị sự khác biệt của Lingora.</a:t>
            </a:r>
          </a:p>
          <a:p xmlns:a="http://schemas.openxmlformats.org/drawingml/2006/main">
            <a:r>
              <a:t>[Sources]</a:t>
            </a:r>
          </a:p>
          <a:p xmlns:a="http://schemas.openxmlformats.org/drawingml/2006/main">
            <a:r>
              <a:t>- docs/report/evidence-register.md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Sơ đồ Use Case tổng quan gồm 2 Actor ngoài hệ thống (Learner, Admin) và 10 Use Cases (UC-01..UC-10).</a:t>
            </a:r>
          </a:p>
          <a:p xmlns:a="http://schemas.openxmlformats.org/drawingml/2006/main">
            <a:r>
              <a:t>[Sources]</a:t>
            </a:r>
          </a:p>
          <a:p xmlns:a="http://schemas.openxmlformats.org/drawingml/2006/main">
            <a:r>
              <a:t>- docs/plantuml/use-case-overview.puml</a:t>
            </a:r>
          </a:p>
          <a:p xmlns:a="http://schemas.openxmlformats.org/drawingml/2006/main">
            <a:r>
              <a:t>- docs/02-requirements.md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Đặc tả luồng hoạt động chi tiết (Activity Diagram) và 3 tiêu chuẩn nghiệm thu của UC-05 Ôn tập Spaced Repetition.</a:t>
            </a:r>
          </a:p>
          <a:p xmlns:a="http://schemas.openxmlformats.org/drawingml/2006/main">
            <a:r>
              <a:t>[Sources]</a:t>
            </a:r>
          </a:p>
          <a:p xmlns:a="http://schemas.openxmlformats.org/drawingml/2006/main">
            <a:r>
              <a:t>- docs/plantuml/activity-srs-review.puml</a:t>
            </a:r>
          </a:p>
          <a:p xmlns:a="http://schemas.openxmlformats.org/drawingml/2006/main">
            <a:r>
              <a:t>- docs/02-requirements.md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Đặc tả luồng hoạt động chi tiết (Activity Diagram) và 3 tiêu chuẩn nghiệm thu của UC-06 Luyện viết theo kịch bản tình huống.</a:t>
            </a:r>
          </a:p>
          <a:p xmlns:a="http://schemas.openxmlformats.org/drawingml/2006/main">
            <a:r>
              <a:t>[Sources]</a:t>
            </a:r>
          </a:p>
          <a:p xmlns:a="http://schemas.openxmlformats.org/drawingml/2006/main">
            <a:r>
              <a:t>- docs/plantuml/activity-writing-grammar.puml</a:t>
            </a:r>
          </a:p>
          <a:p xmlns:a="http://schemas.openxmlformats.org/drawingml/2006/main">
            <a:r>
              <a:t>- docs/02-requirements.md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III: Chi tiết User Stories, danh mục yêu cầu chức năng (FR) và phi chức năng (NFR).</a:t>
            </a:r>
          </a:p>
          <a:p xmlns:a="http://schemas.openxmlformats.org/drawingml/2006/main">
            <a:r>
              <a:t>[Sources]</a:t>
            </a:r>
          </a:p>
          <a:p xmlns:a="http://schemas.openxmlformats.org/drawingml/2006/main">
            <a:r>
              <a:t>- docs/02-requirements.md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User Stories đại diện thể hiện rõ Persona, hành vi mong muốn và giá trị nghiệp vụ.</a:t>
            </a:r>
          </a:p>
          <a:p xmlns:a="http://schemas.openxmlformats.org/drawingml/2006/main">
            <a:r>
              <a:t>[Sources]</a:t>
            </a:r>
          </a:p>
          <a:p xmlns:a="http://schemas.openxmlformats.org/drawingml/2006/main">
            <a:r>
              <a:t>- docs/02-requirements.md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Toàn bộ 10 Yêu cầu chức năng (FR-01..FR-10) ánh xạ trực tiếp sang 10 Use Cases chính thức.</a:t>
            </a:r>
          </a:p>
          <a:p xmlns:a="http://schemas.openxmlformats.org/drawingml/2006/main">
            <a:r>
              <a:t>[Sources]</a:t>
            </a:r>
          </a:p>
          <a:p xmlns:a="http://schemas.openxmlformats.org/drawingml/2006/main">
            <a:r>
              <a:t>- docs/02-requirements.md §2</a:t>
            </a:r>
          </a:p>
          <a:p xmlns:a="http://schemas.openxmlformats.org/drawingml/2006/main">
            <a:r>
              <a:t>- docs/05-traceability-matrix.md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tiêu chuẩn phi chức năng bảo đảm hiệu năng, bảo mật RLS và trải nghiệm người dùng.</a:t>
            </a:r>
          </a:p>
          <a:p xmlns:a="http://schemas.openxmlformats.org/drawingml/2006/main">
            <a:r>
              <a:t>[Sources]</a:t>
            </a:r>
          </a:p>
          <a:p xmlns:a="http://schemas.openxmlformats.org/drawingml/2006/main">
            <a:r>
              <a:t>- docs/01-architecture.md §3</a:t>
            </a:r>
          </a:p>
          <a:p xmlns:a="http://schemas.openxmlformats.org/drawingml/2006/main">
            <a:r>
              <a:t>- docs/02-requirements.md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IV: Sơ đồ luồng dữ liệu DFD, mô hình cơ sở dữ liệu ERD, ma trận truy vết và tổng kết hoàn thành.</a:t>
            </a:r>
          </a:p>
          <a:p xmlns:a="http://schemas.openxmlformats.org/drawingml/2006/main">
            <a:r>
              <a:t>[Sources]</a:t>
            </a:r>
          </a:p>
          <a:p xmlns:a="http://schemas.openxmlformats.org/drawingml/2006/main">
            <a:r>
              <a:t>- docs/plantuml/dfd-level-0.puml</a:t>
            </a:r>
          </a:p>
          <a:p xmlns:a="http://schemas.openxmlformats.org/drawingml/2006/main">
            <a:r>
              <a:t>- docs/plantuml/erd-baseline-and-proposed.puml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Sơ đồ luồng dữ liệu mức 0 (DFD Level 0) phân rã toàn hệ thống Lingora qua 6 tiến trình (1.0..6.0) và 6 kho dữ liệu chuẩn hóa (D1..D6).</a:t>
            </a:r>
          </a:p>
          <a:p xmlns:a="http://schemas.openxmlformats.org/drawingml/2006/main">
            <a:r>
              <a:t>[Sources]</a:t>
            </a:r>
          </a:p>
          <a:p xmlns:a="http://schemas.openxmlformats.org/drawingml/2006/main">
            <a:r>
              <a:t>- docs/plantuml/dfd-level-0.puml</a:t>
            </a:r>
          </a:p>
          <a:p xmlns:a="http://schemas.openxmlformats.org/drawingml/2006/main">
            <a:r>
              <a:t>- docs/plantuml/dfd-context.puml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hình dữ liệu quan hệ ERD gồm 17 bảng được chuẩn hóa, phân chia thành 5 cụm nghiệp vụ chặt chẽ khớp 100% với CSDL Prisma PostgreSQL.</a:t>
            </a:r>
          </a:p>
          <a:p xmlns:a="http://schemas.openxmlformats.org/drawingml/2006/main">
            <a:r>
              <a:t>[Sources]</a:t>
            </a:r>
          </a:p>
          <a:p xmlns:a="http://schemas.openxmlformats.org/drawingml/2006/main">
            <a:r>
              <a:t>- docs/plantuml/erd-baseline-and-proposed.puml</a:t>
            </a:r>
          </a:p>
          <a:p xmlns:a="http://schemas.openxmlformats.org/drawingml/2006/main">
            <a:r>
              <a:t>- lingora-admin/prisma/schema.prisma</a:t>
            </a:r>
          </a:p>
          <a:p xmlns:a="http://schemas.openxmlformats.org/drawingml/2006/main">
            <a:r>
              <a:t>- docs/04-data-model.md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 trận truy vết bảo đảm tính liên tục từ khảo sát nhu cầu đến kiểm thử nghiệm thu.</a:t>
            </a:r>
          </a:p>
          <a:p xmlns:a="http://schemas.openxmlformats.org/drawingml/2006/main">
            <a:r>
              <a:t>[Sources]</a:t>
            </a:r>
          </a:p>
          <a:p xmlns:a="http://schemas.openxmlformats.org/drawingml/2006/main">
            <a:r>
              <a:t>- docs/05-traceability-matrix.md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Tổng kết hiện trạng hoàn thành của đề tài Lingora sẵn sàng cho phiên bảo vệ.</a:t>
            </a:r>
          </a:p>
          <a:p xmlns:a="http://schemas.openxmlformats.org/drawingml/2006/main">
            <a:r>
              <a:t>[Sources]</a:t>
            </a:r>
          </a:p>
          <a:p xmlns:a="http://schemas.openxmlformats.org/drawingml/2006/main">
            <a:r>
              <a:t>- docs/QUICK-REF.md §3</a:t>
            </a:r>
          </a:p>
          <a:p xmlns:a="http://schemas.openxmlformats.org/drawingml/2006/main">
            <a:r>
              <a:t>- docs/report/evidence-register.md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Trân trọng cảm ơn Quý Thầy Cô và sẵn sàng cho phiên trao đổi, phản biện.</a:t>
            </a:r>
          </a:p>
          <a:p xmlns:a="http://schemas.openxmlformats.org/drawingml/2006/main">
            <a:r>
              <a:t>[Sources]</a:t>
            </a:r>
          </a:p>
          <a:p xmlns:a="http://schemas.openxmlformats.org/drawingml/2006/main">
            <a:r>
              <a:t>- Visual Template: UTC 16:9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Phương pháp: khảo sát N=15; 6 phỏng vấn gốc; 3 bản ghi bổ sung. Không cộng các mẫu này thành một tần suất duy nhất.</a:t>
            </a:r>
          </a:p>
          <a:p xmlns:a="http://schemas.openxmlformats.org/drawingml/2006/main">
            <a:r>
              <a:t>[Sources]</a:t>
            </a:r>
          </a:p>
          <a:p xmlns:a="http://schemas.openxmlformats.org/drawingml/2006/main">
            <a:r>
              <a:t>- docs/report/evidence-register.md §4.1–4.2</a:t>
            </a:r>
          </a:p>
          <a:p xmlns:a="http://schemas.openxmlformats.org/drawingml/2006/main">
            <a:r>
              <a:t>- Khảo sát Nhu cầu &amp; Thói quen Học Ngoại ngữ (Câu trả lời).xlsx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tỷ lệ lấy từ 15 phản hồi khảo sát. Đây là bằng chứng về nhu cầu, không phải bằng chứng về hiệu quả sản phẩm.</a:t>
            </a:r>
          </a:p>
          <a:p xmlns:a="http://schemas.openxmlformats.org/drawingml/2006/main">
            <a:r>
              <a:t>[Sources]</a:t>
            </a:r>
          </a:p>
          <a:p xmlns:a="http://schemas.openxmlformats.org/drawingml/2006/main">
            <a:r>
              <a:t>- docs/report/evidence-register.md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Bảng ánh xạ nhu cầu khảo sát sang Use Case trong phạm vi Project 1.</a:t>
            </a:r>
          </a:p>
          <a:p xmlns:a="http://schemas.openxmlformats.org/drawingml/2006/main">
            <a:r>
              <a:t>[Sources]</a:t>
            </a:r>
          </a:p>
          <a:p xmlns:a="http://schemas.openxmlformats.org/drawingml/2006/main">
            <a:r>
              <a:t>- docs/report/evidence-register.md §4.1</a:t>
            </a:r>
          </a:p>
          <a:p xmlns:a="http://schemas.openxmlformats.org/drawingml/2006/main">
            <a:r>
              <a:t>- docs/02-requirements.md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này tách trạng thái triển khai khỏi phạm vi yêu cầu. UC-09 và UC-10 thuộc phạm vi nhưng implementation pending.</a:t>
            </a:r>
          </a:p>
          <a:p xmlns:a="http://schemas.openxmlformats.org/drawingml/2006/main">
            <a:r>
              <a:t>[Sources]</a:t>
            </a:r>
          </a:p>
          <a:p xmlns:a="http://schemas.openxmlformats.org/drawingml/2006/main">
            <a:r>
              <a:t>- docs/report/evidence-register.md §4.4</a:t>
            </a:r>
          </a:p>
          <a:p xmlns:a="http://schemas.openxmlformats.org/drawingml/2006/main">
            <a:r>
              <a:t>- docs/05-traceability-matrix.md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24878f15b4425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024c5817d1647d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fb00f91ba58475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734268fc104426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7a0f82520a44b9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a63268fa1b9417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2914f16c8c2482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b5c92d7d6fd405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259906631aa4e8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a8d0e1fc9f44f5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6be7eeb1fc04ff4"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A745C43-B014-479C-8529-59AEDDA4ADB8}"/>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838EE108-873F-4424-AB0F-8E55BB191F67}"/>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623607AA-37DD-4334-BACF-55CCDD83280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3676AC07-1972-4E32-A064-96DA6699966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361E9F9-B814-40F3-A332-9B9749634BB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22BD2B7-5432-4539-B02C-E94F983FF0A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628EC96-C9A2-49B3-AFF5-F3D1C8039E9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D486DE3-FA1A-41A4-83DA-A67EEDC6332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36DC311E-5E7D-4BD0-9E3F-157784386B2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1309BD6-4DFD-43E0-8C91-0D58CC08846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50025DF-CDF3-401F-AB27-9C82D664F0BC}"/>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705A1A3-68F6-4BE5-AE99-20BA292B572C}"/>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3B65C0B-B866-428E-BC4B-DC7B93ABA0B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370EBED1-50FF-4E7D-900F-EBDFF3EB90C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A7A2004-6B1E-4015-968D-A0CE7533839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5318E89-6E23-4ED5-B93A-BC973ED4AB4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E22B7A80-6C70-40AB-A29C-B7C66BAEAA49}"/>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910A99B0-93C1-4157-8C90-0C8188E9AD98}"/>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04E88BEA-BD19-40E0-B9C7-581E1317C6D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6E760D1B-227F-4E57-BD4F-A3CFBBAD82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761D5BB-787B-46E9-B813-969324AAA6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CBAD6CF-1C23-4972-B5F6-5004CE1611A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4F800CE-E129-4545-9FD6-66996C09459A}"/>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EA21C73-C593-47C6-A719-608355C8EDDE}"/>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4731037A-B22B-439A-8072-FEA0FB95622B}"/>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242CF007-FBA5-4F10-9F97-4B34806CA380}"/>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CFD7F1BD-6472-4826-842F-27953CA3F9D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247B1F45-C290-4B86-84BA-473FA3B34E1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BAB3C0E6-F704-4727-B446-A8B3F1A523A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A782235-4D57-43AB-84DC-7C29F6CBAED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4F11E3EB-D330-46AA-9EFF-D0660EEBF61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B21DBE0F-6BBE-4983-8E37-36748924556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10668DE-E129-4F48-8EE1-37C27907871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C78F4C6A-992E-4997-A236-8EF168F5F41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9F15FCD4-BDA6-4B9F-80C5-402FF63F649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8BF3388-FC8A-4702-A65A-84AE88657FD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03B20DE-8604-473F-8107-79C5CBDFC12F}"/>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1E3A75C-F706-47F7-B1C0-672BF761E4CE}"/>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85C2683E-71FB-4D99-8C3A-D4155D59EABE}"/>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688B9FE-4ECC-4758-8722-3898DC6B124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DB95C3EC-F2D0-4E64-93DD-983AD54D7A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30316D7-3F1B-4E42-8A46-833616D4A02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B9339BE-01E9-40A1-96E1-A6C12FC5CF34}"/>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A8B45AE0-00BA-48B9-B046-D864E1310DDA}"/>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02F47770-A714-4C50-9AD7-6BC8D7299AC5}"/>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BD16CF3-C82E-48B0-B8C7-E34B834BD7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3EBE45FD-96D3-4F23-A92C-1374422E4A5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F65F837-2FE9-4AC4-A188-1DD583D5E5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9E49F6C-490B-4FB6-8867-FAE9147E34E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10F7358D-353E-448E-8FF9-8195932B1D0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58EC974-3F95-4790-B3F1-600490E1F82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5FBD6736-95F1-4A0F-AD22-A6453972CC6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AE9F714-8616-45AC-AEB4-14A1867298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A82DFC80-8D9C-4449-9F96-F960A0E2D902}"/>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7208C22D-8CB3-49BE-ACDB-DF19389D8B83}"/>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90B5D84-4BC6-4D4E-9B72-DEE0B8F22A3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2E805387-A177-4855-B73D-DC04AAF3BD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00F7D47-36C2-4434-B84C-A19EBECA69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fada44be7f4f3b" /><Relationship Type="http://schemas.openxmlformats.org/officeDocument/2006/relationships/slideLayout" Target="/ppt/slideLayouts/slideLayout1.xml" Id="R77d85688193c4709" /><Relationship Type="http://schemas.openxmlformats.org/officeDocument/2006/relationships/slideLayout" Target="/ppt/slideLayouts/slideLayout2.xml" Id="R3e3b3c17b85a4e1f" /><Relationship Type="http://schemas.openxmlformats.org/officeDocument/2006/relationships/slideLayout" Target="/ppt/slideLayouts/slideLayout3.xml" Id="R4093269590574dac" /><Relationship Type="http://schemas.openxmlformats.org/officeDocument/2006/relationships/slideLayout" Target="/ppt/slideLayouts/slideLayout4.xml" Id="R83e3b08eee9741a9" /><Relationship Type="http://schemas.openxmlformats.org/officeDocument/2006/relationships/slideLayout" Target="/ppt/slideLayouts/slideLayout5.xml" Id="Ra7cfe0753fc8485f" /><Relationship Type="http://schemas.openxmlformats.org/officeDocument/2006/relationships/slideLayout" Target="/ppt/slideLayouts/slideLayout6.xml" Id="R65ebdf7693e54d4f" /><Relationship Type="http://schemas.openxmlformats.org/officeDocument/2006/relationships/slideLayout" Target="/ppt/slideLayouts/slideLayout7.xml" Id="R419718e75d294112" /><Relationship Type="http://schemas.openxmlformats.org/officeDocument/2006/relationships/slideLayout" Target="/ppt/slideLayouts/slideLayout8.xml" Id="R25a0fde7cfc94c88" /><Relationship Type="http://schemas.openxmlformats.org/officeDocument/2006/relationships/slideLayout" Target="/ppt/slideLayouts/slideLayout9.xml" Id="R80b62113b164432d" /><Relationship Type="http://schemas.openxmlformats.org/officeDocument/2006/relationships/slideLayout" Target="/ppt/slideLayouts/slideLayout10.xml" Id="Ra8bff85de9124947" /><Relationship Type="http://schemas.openxmlformats.org/officeDocument/2006/relationships/slideLayout" Target="/ppt/slideLayouts/slideLayout11.xml" Id="R19189375249c44a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C22A420A-48F0-4790-BA09-CE675EDD5F5C}"/>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815D9AC-E946-44DC-9B18-02D5DA98D9AD}"/>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5BEAC2B2-132F-42DD-85F6-5C6676F0C2D6}"/>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D7D0FC1-A7C5-4162-A783-19F0ECC74E2E}"/>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d85688193c4709"/>
    <p:sldLayoutId xmlns:r="http://schemas.openxmlformats.org/officeDocument/2006/relationships" id="2147483650" r:id="R3e3b3c17b85a4e1f"/>
    <p:sldLayoutId xmlns:r="http://schemas.openxmlformats.org/officeDocument/2006/relationships" id="2147483651" r:id="R4093269590574dac"/>
    <p:sldLayoutId xmlns:r="http://schemas.openxmlformats.org/officeDocument/2006/relationships" id="2147483652" r:id="R83e3b08eee9741a9"/>
    <p:sldLayoutId xmlns:r="http://schemas.openxmlformats.org/officeDocument/2006/relationships" id="2147483653" r:id="Ra7cfe0753fc8485f"/>
    <p:sldLayoutId xmlns:r="http://schemas.openxmlformats.org/officeDocument/2006/relationships" id="2147483654" r:id="R65ebdf7693e54d4f"/>
    <p:sldLayoutId xmlns:r="http://schemas.openxmlformats.org/officeDocument/2006/relationships" id="2147483655" r:id="R419718e75d294112"/>
    <p:sldLayoutId xmlns:r="http://schemas.openxmlformats.org/officeDocument/2006/relationships" id="2147483656" r:id="R25a0fde7cfc94c88"/>
    <p:sldLayoutId xmlns:r="http://schemas.openxmlformats.org/officeDocument/2006/relationships" id="2147483657" r:id="R80b62113b164432d"/>
    <p:sldLayoutId xmlns:r="http://schemas.openxmlformats.org/officeDocument/2006/relationships" id="2147483658" r:id="Ra8bff85de9124947"/>
    <p:sldLayoutId xmlns:r="http://schemas.openxmlformats.org/officeDocument/2006/relationships" id="2147483659" r:id="R19189375249c44ae"/>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60813bae15604cec" /><Relationship Type="http://schemas.openxmlformats.org/officeDocument/2006/relationships/notesSlide" Target="/ppt/notesSlides/notesSlide1.xml" Id="Ra3f79d1226544e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c689109e73bf4c98" /><Relationship Type="http://schemas.openxmlformats.org/officeDocument/2006/relationships/notesSlide" Target="/ppt/notesSlides/notesSlide2.xml" Id="R6d592ea6751c4d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0746927409bf4b4a" /><Relationship Type="http://schemas.openxmlformats.org/officeDocument/2006/relationships/notesSlide" Target="/ppt/notesSlides/notesSlide3.xml" Id="R665d4e925f054b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4896b430055847ea" /><Relationship Type="http://schemas.openxmlformats.org/officeDocument/2006/relationships/image" Target="/ppt/media/image.png" Id="Rea261afb56984c95" /><Relationship Type="http://schemas.openxmlformats.org/officeDocument/2006/relationships/notesSlide" Target="/ppt/notesSlides/notesSlide4.xml" Id="R3b26da716f4349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7498a7835eb64f5b" /><Relationship Type="http://schemas.openxmlformats.org/officeDocument/2006/relationships/notesSlide" Target="/ppt/notesSlides/notesSlide5.xml" Id="R7bb513a73a124d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79a4cd1e4fef445a" /><Relationship Type="http://schemas.openxmlformats.org/officeDocument/2006/relationships/notesSlide" Target="/ppt/notesSlides/notesSlide6.xml" Id="R0f0ff4340c3740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483a490b7b164dfe" /><Relationship Type="http://schemas.openxmlformats.org/officeDocument/2006/relationships/notesSlide" Target="/ppt/notesSlides/notesSlide7.xml" Id="R31349a3a29af47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75c000c1fcb34ff1" /><Relationship Type="http://schemas.openxmlformats.org/officeDocument/2006/relationships/image" Target="/ppt/media/image2.png" Id="Rb5915ec5364e4d3d" /><Relationship Type="http://schemas.openxmlformats.org/officeDocument/2006/relationships/notesSlide" Target="/ppt/notesSlides/notesSlide8.xml" Id="R5f401cee3bf04a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cec006e9e5b74762" /><Relationship Type="http://schemas.openxmlformats.org/officeDocument/2006/relationships/image" Target="/ppt/media/image3.png" Id="R6748b7af8f754edb" /><Relationship Type="http://schemas.openxmlformats.org/officeDocument/2006/relationships/notesSlide" Target="/ppt/notesSlides/notesSlide9.xml" Id="Rffb41bd49e5948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1e4d308acef94c7f" /><Relationship Type="http://schemas.openxmlformats.org/officeDocument/2006/relationships/notesSlide" Target="/ppt/notesSlides/notesSlide10.xml" Id="Rdc1f2860114841e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218b224cc3494cb2" /><Relationship Type="http://schemas.openxmlformats.org/officeDocument/2006/relationships/image" Target="/ppt/media/image4.png" Id="Rf2735cd5237c4034" /><Relationship Type="http://schemas.openxmlformats.org/officeDocument/2006/relationships/notesSlide" Target="/ppt/notesSlides/notesSlide11.xml" Id="R8ed85e84c0ef4d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0afc600607584179" /><Relationship Type="http://schemas.openxmlformats.org/officeDocument/2006/relationships/image" Target="/ppt/media/image5.png" Id="Ra41e9808f508493e" /><Relationship Type="http://schemas.openxmlformats.org/officeDocument/2006/relationships/notesSlide" Target="/ppt/notesSlides/notesSlide12.xml" Id="R0edc5b9369254fc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798400cc6fd044ea" /><Relationship Type="http://schemas.openxmlformats.org/officeDocument/2006/relationships/image" Target="/ppt/media/image6.png" Id="R0d08f0b0bfc242a4" /><Relationship Type="http://schemas.openxmlformats.org/officeDocument/2006/relationships/notesSlide" Target="/ppt/notesSlides/notesSlide13.xml" Id="R165808e0d61b4d7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fdcbe7b0467e4fbf" /><Relationship Type="http://schemas.openxmlformats.org/officeDocument/2006/relationships/notesSlide" Target="/ppt/notesSlides/notesSlide14.xml" Id="R861216c53589420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81a58bd3d4f040ec" /><Relationship Type="http://schemas.openxmlformats.org/officeDocument/2006/relationships/notesSlide" Target="/ppt/notesSlides/notesSlide15.xml" Id="Rbbdb14d6736840b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a79b274f593e44cd" /><Relationship Type="http://schemas.openxmlformats.org/officeDocument/2006/relationships/notesSlide" Target="/ppt/notesSlides/notesSlide16.xml" Id="Re89a1e58e3b1416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469ad2fb1c234071" /><Relationship Type="http://schemas.openxmlformats.org/officeDocument/2006/relationships/image" Target="/ppt/media/image7.png" Id="Rafdf17e3c5ba46d9" /><Relationship Type="http://schemas.openxmlformats.org/officeDocument/2006/relationships/notesSlide" Target="/ppt/notesSlides/notesSlide17.xml" Id="Rca993d781d88435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d3ad44654d7d4d17" /><Relationship Type="http://schemas.openxmlformats.org/officeDocument/2006/relationships/notesSlide" Target="/ppt/notesSlides/notesSlide18.xml" Id="R3d7408e4c2094e6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b686f08f30aa4f4e" /><Relationship Type="http://schemas.openxmlformats.org/officeDocument/2006/relationships/image" Target="/ppt/media/image8.png" Id="R7bd7b27708f0469e" /><Relationship Type="http://schemas.openxmlformats.org/officeDocument/2006/relationships/notesSlide" Target="/ppt/notesSlides/notesSlide19.xml" Id="R7f3b4f8630874c5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e2a41a96d13f47d8" /><Relationship Type="http://schemas.openxmlformats.org/officeDocument/2006/relationships/image" Target="/ppt/media/image9.png" Id="R271bf583d5e847cd" /><Relationship Type="http://schemas.openxmlformats.org/officeDocument/2006/relationships/notesSlide" Target="/ppt/notesSlides/notesSlide20.xml" Id="R5788259163944c9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8e89e11959374d18" /><Relationship Type="http://schemas.openxmlformats.org/officeDocument/2006/relationships/image" Target="/ppt/media/image10.png" Id="R85612aa0eec3409c" /><Relationship Type="http://schemas.openxmlformats.org/officeDocument/2006/relationships/notesSlide" Target="/ppt/notesSlides/notesSlide21.xml" Id="Rc5cc7fefad514a8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3f9057be7ee54867" /><Relationship Type="http://schemas.openxmlformats.org/officeDocument/2006/relationships/notesSlide" Target="/ppt/notesSlides/notesSlide22.xml" Id="R0cc728c27a3543a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645496a02c91400b" /><Relationship Type="http://schemas.openxmlformats.org/officeDocument/2006/relationships/notesSlide" Target="/ppt/notesSlides/notesSlide23.xml" Id="Rde44c3b0d00248f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fb4f71673b34dd1" /><Relationship Type="http://schemas.openxmlformats.org/officeDocument/2006/relationships/notesSlide" Target="/ppt/notesSlides/notesSlide24.xml" Id="Rf89d80eb3b8a403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bc3234a92634dae" /><Relationship Type="http://schemas.openxmlformats.org/officeDocument/2006/relationships/notesSlide" Target="/ppt/notesSlides/notesSlide25.xml" Id="R7ba86892bce9400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a8f9a3a13444c66" /><Relationship Type="http://schemas.openxmlformats.org/officeDocument/2006/relationships/notesSlide" Target="/ppt/notesSlides/notesSlide26.xml" Id="R5a2dbe53149c4d4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0a228dbf2c54c96" /><Relationship Type="http://schemas.openxmlformats.org/officeDocument/2006/relationships/notesSlide" Target="/ppt/notesSlides/notesSlide27.xml" Id="R9364574a79ec4b4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6"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
            <a:extLst xmlns:a="http://schemas.openxmlformats.org/drawingml/2006/main">
              <a:ext uri="{FF2B5EF4-FFF2-40B4-BE49-F238E27FC236}">
                <a16:creationId xmlns:a16="http://schemas.microsoft.com/office/drawing/2014/main" id="{752643EF-A834-467D-A4FF-D7E799739428}"/>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HỌC PHẦN: DỰ ÁN 1 — HỆ THỐNG THÔNG TIN</a:t>
            </a:r>
          </a:p>
        </p:txBody>
      </p:sp>
      <p:sp>
        <p:nvSpPr>
          <p:cNvPr id="3" name="title-1">
            <a:extLst xmlns:a="http://schemas.openxmlformats.org/drawingml/2006/main">
              <a:ext uri="{FF2B5EF4-FFF2-40B4-BE49-F238E27FC236}">
                <a16:creationId xmlns:a16="http://schemas.microsoft.com/office/drawing/2014/main" id="{2C7AADD2-5078-4CF5-993F-758BA03B51BC}"/>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1800" b="1" i="0">
                <a:solidFill>
                  <a:srgbClr val="2D1976"/>
                </a:solidFill>
                <a:latin typeface="Segoe UI"/>
                <a:ea typeface="Segoe UI"/>
                <a:cs typeface="Segoe UI"/>
              </a:defRPr>
            </a:pPr>
            <a:r>
              <a:rPr sz="1800" b="1" i="0">
                <a:solidFill>
                  <a:srgbClr val="2D1976"/>
                </a:solidFill>
                <a:latin typeface="Segoe UI"/>
                <a:ea typeface="Segoe UI"/>
                <a:cs typeface="Segoe UI"/>
              </a:rPr>
              <a:t>BÁO CÁO PHÂN TÍCH VÀ ĐẶC TẢ YÊU CẦU HỆ THỐNG</a:t>
            </a:r>
          </a:p>
        </p:txBody>
      </p:sp>
      <p:sp>
        <p:nvSpPr>
          <p:cNvPr id="4" name="rule-1">
            <a:extLst xmlns:a="http://schemas.openxmlformats.org/drawingml/2006/main">
              <a:ext uri="{FF2B5EF4-FFF2-40B4-BE49-F238E27FC236}">
                <a16:creationId xmlns:a16="http://schemas.microsoft.com/office/drawing/2014/main" id="{8873AF0D-CB63-4417-8C0C-D029A998ABF4}"/>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topic-card">
            <a:extLst xmlns:a="http://schemas.openxmlformats.org/drawingml/2006/main">
              <a:ext uri="{FF2B5EF4-FFF2-40B4-BE49-F238E27FC236}">
                <a16:creationId xmlns:a16="http://schemas.microsoft.com/office/drawing/2014/main" id="{8EAE137C-1686-46A7-8F58-9540D6F8A120}"/>
              </a:ext>
            </a:extLst>
          </p:cNvPr>
          <p:cNvSpPr>
            <a:spLocks xmlns:a="http://schemas.openxmlformats.org/drawingml/2006/main" noGrp="1"/>
          </p:cNvSpPr>
          <p:nvPr/>
        </p:nvSpPr>
        <p:spPr>
          <a:xfrm xmlns:a="http://schemas.openxmlformats.org/drawingml/2006/main">
            <a:off x="904875" y="2047875"/>
            <a:ext cx="10382250" cy="1000125"/>
          </a:xfrm>
          <a:prstGeom xmlns:a="http://schemas.openxmlformats.org/drawingml/2006/main" prst="roundRect">
            <a:avLst>
              <a:gd name="adj" fmla="val 15238"/>
            </a:avLst>
          </a:prstGeom>
          <a:solidFill xmlns:a="http://schemas.openxmlformats.org/drawingml/2006/main">
            <a:srgbClr val="F5F3FF"/>
          </a:solidFill>
          <a:ln xmlns:a="http://schemas.openxmlformats.org/drawingml/2006/main" w="14288">
            <a:solidFill>
              <a:srgbClr val="DDD6FE"/>
            </a:solidFill>
            <a:prstDash val="solid"/>
          </a:ln>
        </p:spPr>
      </p:sp>
      <p:sp>
        <p:nvSpPr>
          <p:cNvPr id="6" name="topic-tag">
            <a:extLst xmlns:a="http://schemas.openxmlformats.org/drawingml/2006/main">
              <a:ext uri="{FF2B5EF4-FFF2-40B4-BE49-F238E27FC236}">
                <a16:creationId xmlns:a16="http://schemas.microsoft.com/office/drawing/2014/main" id="{479C1309-5001-400F-B085-A4B060790AFA}"/>
              </a:ext>
            </a:extLst>
          </p:cNvPr>
          <p:cNvSpPr>
            <a:spLocks xmlns:a="http://schemas.openxmlformats.org/drawingml/2006/main" noGrp="1"/>
          </p:cNvSpPr>
          <p:nvPr/>
        </p:nvSpPr>
        <p:spPr>
          <a:xfrm xmlns:a="http://schemas.openxmlformats.org/drawingml/2006/main">
            <a:off x="1095375" y="2171700"/>
            <a:ext cx="15240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ĐỀ TÀI CHÍNH THỨC</a:t>
            </a:r>
          </a:p>
        </p:txBody>
      </p:sp>
      <p:sp>
        <p:nvSpPr>
          <p:cNvPr id="7" name="topic-title">
            <a:extLst xmlns:a="http://schemas.openxmlformats.org/drawingml/2006/main">
              <a:ext uri="{FF2B5EF4-FFF2-40B4-BE49-F238E27FC236}">
                <a16:creationId xmlns:a16="http://schemas.microsoft.com/office/drawing/2014/main" id="{735A2794-76A3-4AA3-9A88-17237C347AE1}"/>
              </a:ext>
            </a:extLst>
          </p:cNvPr>
          <p:cNvSpPr>
            <a:spLocks xmlns:a="http://schemas.openxmlformats.org/drawingml/2006/main" noGrp="1"/>
          </p:cNvSpPr>
          <p:nvPr/>
        </p:nvSpPr>
        <p:spPr>
          <a:xfrm xmlns:a="http://schemas.openxmlformats.org/drawingml/2006/main">
            <a:off x="1095375" y="24193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950" b="1" i="0">
                <a:solidFill>
                  <a:srgbClr val="2D1976"/>
                </a:solidFill>
                <a:latin typeface="Segoe UI"/>
                <a:ea typeface="Segoe UI"/>
                <a:cs typeface="Segoe UI"/>
              </a:defRPr>
            </a:pPr>
            <a:r>
              <a:rPr sz="1950" b="1" i="0">
                <a:solidFill>
                  <a:srgbClr val="2D1976"/>
                </a:solidFill>
                <a:latin typeface="Segoe UI"/>
                <a:ea typeface="Segoe UI"/>
                <a:cs typeface="Segoe UI"/>
              </a:rPr>
              <a:t>XÂY DỰNG NỀN TẢNG HỌC NGOẠI NGỮ TRỰC TUYẾN LINGORA</a:t>
            </a:r>
          </a:p>
        </p:txBody>
      </p:sp>
      <p:sp>
        <p:nvSpPr>
          <p:cNvPr id="8" name="tm-card-0">
            <a:extLst xmlns:a="http://schemas.openxmlformats.org/drawingml/2006/main">
              <a:ext uri="{FF2B5EF4-FFF2-40B4-BE49-F238E27FC236}">
                <a16:creationId xmlns:a16="http://schemas.microsoft.com/office/drawing/2014/main" id="{95491ACE-50DB-409A-BC27-9F98142CED15}"/>
              </a:ext>
            </a:extLst>
          </p:cNvPr>
          <p:cNvSpPr>
            <a:spLocks xmlns:a="http://schemas.openxmlformats.org/drawingml/2006/main" noGrp="1"/>
          </p:cNvSpPr>
          <p:nvPr/>
        </p:nvSpPr>
        <p:spPr>
          <a:xfrm xmlns:a="http://schemas.openxmlformats.org/drawingml/2006/main">
            <a:off x="904875" y="3162300"/>
            <a:ext cx="6858000" cy="714375"/>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4288">
            <a:solidFill>
              <a:srgbClr val="DDD6FE"/>
            </a:solidFill>
            <a:prstDash val="solid"/>
          </a:ln>
        </p:spPr>
      </p:sp>
      <p:sp>
        <p:nvSpPr>
          <p:cNvPr id="9" name="tm-icon-0">
            <a:extLst xmlns:a="http://schemas.openxmlformats.org/drawingml/2006/main">
              <a:ext uri="{FF2B5EF4-FFF2-40B4-BE49-F238E27FC236}">
                <a16:creationId xmlns:a16="http://schemas.microsoft.com/office/drawing/2014/main" id="{49F5E804-3E7C-4568-80BF-05F6C69EC754}"/>
              </a:ext>
            </a:extLst>
          </p:cNvPr>
          <p:cNvSpPr>
            <a:spLocks xmlns:a="http://schemas.openxmlformats.org/drawingml/2006/main" noGrp="1"/>
          </p:cNvSpPr>
          <p:nvPr/>
        </p:nvSpPr>
        <p:spPr>
          <a:xfrm xmlns:a="http://schemas.openxmlformats.org/drawingml/2006/main">
            <a:off x="1047750" y="3295650"/>
            <a:ext cx="457200" cy="457200"/>
          </a:xfrm>
          <a:prstGeom xmlns:a="http://schemas.openxmlformats.org/drawingml/2006/main" prst="roundRect">
            <a:avLst>
              <a:gd name="adj" fmla="val 16667"/>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500" b="1" i="0">
                <a:solidFill>
                  <a:srgbClr val="3730A3"/>
                </a:solidFill>
                <a:latin typeface="Segoe UI"/>
                <a:ea typeface="Segoe UI"/>
                <a:cs typeface="Segoe UI"/>
              </a:defRPr>
            </a:pPr>
            <a:r>
              <a:rPr sz="1500" b="1" i="0">
                <a:solidFill>
                  <a:srgbClr val="3730A3"/>
                </a:solidFill>
                <a:latin typeface="Segoe UI"/>
                <a:ea typeface="Segoe UI"/>
                <a:cs typeface="Segoe UI"/>
              </a:rPr>
              <a:t>T</a:t>
            </a:r>
          </a:p>
        </p:txBody>
      </p:sp>
      <p:sp>
        <p:nvSpPr>
          <p:cNvPr id="10" name="tm-name-0">
            <a:extLst xmlns:a="http://schemas.openxmlformats.org/drawingml/2006/main">
              <a:ext uri="{FF2B5EF4-FFF2-40B4-BE49-F238E27FC236}">
                <a16:creationId xmlns:a16="http://schemas.microsoft.com/office/drawing/2014/main" id="{41CB7151-963A-42DD-BD51-E58EB616637E}"/>
              </a:ext>
            </a:extLst>
          </p:cNvPr>
          <p:cNvSpPr>
            <a:spLocks xmlns:a="http://schemas.openxmlformats.org/drawingml/2006/main" noGrp="1"/>
          </p:cNvSpPr>
          <p:nvPr/>
        </p:nvSpPr>
        <p:spPr>
          <a:xfrm xmlns:a="http://schemas.openxmlformats.org/drawingml/2006/main">
            <a:off x="1619250" y="32385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2593"/>
          </a:bodyPr>
          <a:lstStyle xmlns:a="http://schemas.openxmlformats.org/drawingml/2006/main"/>
          <a:p xmlns:a="http://schemas.openxmlformats.org/drawingml/2006/main">
            <a:pPr algn="l">
              <a:buNone/>
              <a:defRPr sz="1350" b="1" i="0">
                <a:solidFill>
                  <a:srgbClr val="1E293B"/>
                </a:solidFill>
                <a:latin typeface="Segoe UI"/>
                <a:ea typeface="Segoe UI"/>
                <a:cs typeface="Segoe UI"/>
              </a:defRPr>
            </a:pPr>
            <a:r>
              <a:rPr sz="1350" b="1" i="0">
                <a:solidFill>
                  <a:srgbClr val="1E293B"/>
                </a:solidFill>
                <a:latin typeface="Segoe UI"/>
                <a:ea typeface="Segoe UI"/>
                <a:cs typeface="Segoe UI"/>
              </a:rPr>
              <a:t>Phạm Nguyễn Thanh Tùng</a:t>
            </a:r>
          </a:p>
        </p:txBody>
      </p:sp>
      <p:sp>
        <p:nvSpPr>
          <p:cNvPr id="11" name="tm-role-0">
            <a:extLst xmlns:a="http://schemas.openxmlformats.org/drawingml/2006/main">
              <a:ext uri="{FF2B5EF4-FFF2-40B4-BE49-F238E27FC236}">
                <a16:creationId xmlns:a16="http://schemas.microsoft.com/office/drawing/2014/main" id="{B07043BA-40ED-4883-849A-B570554F2CB7}"/>
              </a:ext>
            </a:extLst>
          </p:cNvPr>
          <p:cNvSpPr>
            <a:spLocks xmlns:a="http://schemas.openxmlformats.org/drawingml/2006/main" noGrp="1"/>
          </p:cNvSpPr>
          <p:nvPr/>
        </p:nvSpPr>
        <p:spPr>
          <a:xfrm xmlns:a="http://schemas.openxmlformats.org/drawingml/2006/main">
            <a:off x="4857750" y="3257550"/>
            <a:ext cx="18097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Chủ nhiệm đề tài / Lead</a:t>
            </a:r>
          </a:p>
        </p:txBody>
      </p:sp>
      <p:sp>
        <p:nvSpPr>
          <p:cNvPr id="12" name="tm-desc-0">
            <a:extLst xmlns:a="http://schemas.openxmlformats.org/drawingml/2006/main">
              <a:ext uri="{FF2B5EF4-FFF2-40B4-BE49-F238E27FC236}">
                <a16:creationId xmlns:a16="http://schemas.microsoft.com/office/drawing/2014/main" id="{A1382D6F-DB54-41F9-B2E4-703967D8AEAA}"/>
              </a:ext>
            </a:extLst>
          </p:cNvPr>
          <p:cNvSpPr>
            <a:spLocks xmlns:a="http://schemas.openxmlformats.org/drawingml/2006/main" noGrp="1"/>
          </p:cNvSpPr>
          <p:nvPr/>
        </p:nvSpPr>
        <p:spPr>
          <a:xfrm xmlns:a="http://schemas.openxmlformats.org/drawingml/2006/main">
            <a:off x="1619250" y="3543300"/>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9744"/>
          </a:bodyPr>
          <a:lstStyle xmlns:a="http://schemas.openxmlformats.org/drawingml/2006/main"/>
          <a:p xmlns:a="http://schemas.openxmlformats.org/drawingml/2006/main">
            <a:pPr algn="l">
              <a:buNone/>
              <a:defRPr sz="975" b="0" i="0">
                <a:solidFill>
                  <a:srgbClr val="475569"/>
                </a:solidFill>
                <a:latin typeface="Segoe UI"/>
                <a:ea typeface="Segoe UI"/>
                <a:cs typeface="Segoe UI"/>
              </a:defRPr>
            </a:pPr>
            <a:r>
              <a:rPr sz="975" b="0" i="0">
                <a:solidFill>
                  <a:srgbClr val="475569"/>
                </a:solidFill>
                <a:latin typeface="Segoe UI"/>
                <a:ea typeface="Segoe UI"/>
                <a:cs typeface="Segoe UI"/>
              </a:rPr>
              <a:t>Quản lý kiến trúc, phân tích yêu cầu, mô hình hóa &amp; ranh giới hệ thống</a:t>
            </a:r>
          </a:p>
        </p:txBody>
      </p:sp>
      <p:sp>
        <p:nvSpPr>
          <p:cNvPr id="13" name="tm-card-1">
            <a:extLst xmlns:a="http://schemas.openxmlformats.org/drawingml/2006/main">
              <a:ext uri="{FF2B5EF4-FFF2-40B4-BE49-F238E27FC236}">
                <a16:creationId xmlns:a16="http://schemas.microsoft.com/office/drawing/2014/main" id="{CA176750-4A02-41A2-99A8-4B69C8BE5EE9}"/>
              </a:ext>
            </a:extLst>
          </p:cNvPr>
          <p:cNvSpPr>
            <a:spLocks xmlns:a="http://schemas.openxmlformats.org/drawingml/2006/main" noGrp="1"/>
          </p:cNvSpPr>
          <p:nvPr/>
        </p:nvSpPr>
        <p:spPr>
          <a:xfrm xmlns:a="http://schemas.openxmlformats.org/drawingml/2006/main">
            <a:off x="904875" y="3971925"/>
            <a:ext cx="6858000" cy="714375"/>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E2E8F0"/>
            </a:solidFill>
            <a:prstDash val="solid"/>
          </a:ln>
        </p:spPr>
      </p:sp>
      <p:sp>
        <p:nvSpPr>
          <p:cNvPr id="14" name="tm-icon-1">
            <a:extLst xmlns:a="http://schemas.openxmlformats.org/drawingml/2006/main">
              <a:ext uri="{FF2B5EF4-FFF2-40B4-BE49-F238E27FC236}">
                <a16:creationId xmlns:a16="http://schemas.microsoft.com/office/drawing/2014/main" id="{51C5CD5C-1C30-4D40-A638-CFF6978132DD}"/>
              </a:ext>
            </a:extLst>
          </p:cNvPr>
          <p:cNvSpPr>
            <a:spLocks xmlns:a="http://schemas.openxmlformats.org/drawingml/2006/main" noGrp="1"/>
          </p:cNvSpPr>
          <p:nvPr/>
        </p:nvSpPr>
        <p:spPr>
          <a:xfrm xmlns:a="http://schemas.openxmlformats.org/drawingml/2006/main">
            <a:off x="1047750" y="4105275"/>
            <a:ext cx="457200" cy="457200"/>
          </a:xfrm>
          <a:prstGeom xmlns:a="http://schemas.openxmlformats.org/drawingml/2006/main" prst="roundRect">
            <a:avLst>
              <a:gd name="adj" fmla="val 16667"/>
            </a:avLst>
          </a:prstGeom>
          <a:solidFill xmlns:a="http://schemas.openxmlformats.org/drawingml/2006/main">
            <a:srgbClr val="F1F5F9"/>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500" b="1" i="0">
                <a:solidFill>
                  <a:srgbClr val="475569"/>
                </a:solidFill>
                <a:latin typeface="Segoe UI"/>
                <a:ea typeface="Segoe UI"/>
                <a:cs typeface="Segoe UI"/>
              </a:defRPr>
            </a:pPr>
            <a:r>
              <a:rPr sz="1500" b="1" i="0">
                <a:solidFill>
                  <a:srgbClr val="475569"/>
                </a:solidFill>
                <a:latin typeface="Segoe UI"/>
                <a:ea typeface="Segoe UI"/>
                <a:cs typeface="Segoe UI"/>
              </a:rPr>
              <a:t>B</a:t>
            </a:r>
          </a:p>
        </p:txBody>
      </p:sp>
      <p:sp>
        <p:nvSpPr>
          <p:cNvPr id="15" name="tm-name-1">
            <a:extLst xmlns:a="http://schemas.openxmlformats.org/drawingml/2006/main">
              <a:ext uri="{FF2B5EF4-FFF2-40B4-BE49-F238E27FC236}">
                <a16:creationId xmlns:a16="http://schemas.microsoft.com/office/drawing/2014/main" id="{D48D4E6C-71CE-4E44-B45E-C8F4BA2CE5B1}"/>
              </a:ext>
            </a:extLst>
          </p:cNvPr>
          <p:cNvSpPr>
            <a:spLocks xmlns:a="http://schemas.openxmlformats.org/drawingml/2006/main" noGrp="1"/>
          </p:cNvSpPr>
          <p:nvPr/>
        </p:nvSpPr>
        <p:spPr>
          <a:xfrm xmlns:a="http://schemas.openxmlformats.org/drawingml/2006/main">
            <a:off x="1619250" y="404812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2593"/>
          </a:bodyPr>
          <a:lstStyle xmlns:a="http://schemas.openxmlformats.org/drawingml/2006/main"/>
          <a:p xmlns:a="http://schemas.openxmlformats.org/drawingml/2006/main">
            <a:pPr algn="l">
              <a:buNone/>
              <a:defRPr sz="1350" b="1" i="0">
                <a:solidFill>
                  <a:srgbClr val="1E293B"/>
                </a:solidFill>
                <a:latin typeface="Segoe UI"/>
                <a:ea typeface="Segoe UI"/>
                <a:cs typeface="Segoe UI"/>
              </a:defRPr>
            </a:pPr>
            <a:r>
              <a:rPr sz="1350" b="1" i="0">
                <a:solidFill>
                  <a:srgbClr val="1E293B"/>
                </a:solidFill>
                <a:latin typeface="Segoe UI"/>
                <a:ea typeface="Segoe UI"/>
                <a:cs typeface="Segoe UI"/>
              </a:rPr>
              <a:t>Nguyễn Văn Bắc</a:t>
            </a:r>
          </a:p>
        </p:txBody>
      </p:sp>
      <p:sp>
        <p:nvSpPr>
          <p:cNvPr id="16" name="tm-role-1">
            <a:extLst xmlns:a="http://schemas.openxmlformats.org/drawingml/2006/main">
              <a:ext uri="{FF2B5EF4-FFF2-40B4-BE49-F238E27FC236}">
                <a16:creationId xmlns:a16="http://schemas.microsoft.com/office/drawing/2014/main" id="{5F76F1DB-39C8-44BB-8603-822F48660209}"/>
              </a:ext>
            </a:extLst>
          </p:cNvPr>
          <p:cNvSpPr>
            <a:spLocks xmlns:a="http://schemas.openxmlformats.org/drawingml/2006/main" noGrp="1"/>
          </p:cNvSpPr>
          <p:nvPr/>
        </p:nvSpPr>
        <p:spPr>
          <a:xfrm xmlns:a="http://schemas.openxmlformats.org/drawingml/2006/main">
            <a:off x="4857750" y="4067175"/>
            <a:ext cx="1809750" cy="247650"/>
          </a:xfrm>
          <a:prstGeom xmlns:a="http://schemas.openxmlformats.org/drawingml/2006/main" prst="roundRect">
            <a:avLst>
              <a:gd name="adj" fmla="val 30769"/>
            </a:avLst>
          </a:prstGeom>
          <a:solidFill xmlns:a="http://schemas.openxmlformats.org/drawingml/2006/main">
            <a:srgbClr val="F1F5F9"/>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475569"/>
                </a:solidFill>
                <a:latin typeface="Segoe UI"/>
                <a:ea typeface="Segoe UI"/>
                <a:cs typeface="Segoe UI"/>
              </a:defRPr>
            </a:pPr>
            <a:r>
              <a:rPr sz="900" b="1" i="0">
                <a:solidFill>
                  <a:srgbClr val="475569"/>
                </a:solidFill>
                <a:latin typeface="Segoe UI"/>
                <a:ea typeface="Segoe UI"/>
                <a:cs typeface="Segoe UI"/>
              </a:rPr>
              <a:t>Thành viên nhóm</a:t>
            </a:r>
          </a:p>
        </p:txBody>
      </p:sp>
      <p:sp>
        <p:nvSpPr>
          <p:cNvPr id="17" name="tm-desc-1">
            <a:extLst xmlns:a="http://schemas.openxmlformats.org/drawingml/2006/main">
              <a:ext uri="{FF2B5EF4-FFF2-40B4-BE49-F238E27FC236}">
                <a16:creationId xmlns:a16="http://schemas.microsoft.com/office/drawing/2014/main" id="{FAA8ABB3-9714-47E8-BFD9-31BD650306EA}"/>
              </a:ext>
            </a:extLst>
          </p:cNvPr>
          <p:cNvSpPr>
            <a:spLocks xmlns:a="http://schemas.openxmlformats.org/drawingml/2006/main" noGrp="1"/>
          </p:cNvSpPr>
          <p:nvPr/>
        </p:nvSpPr>
        <p:spPr>
          <a:xfrm xmlns:a="http://schemas.openxmlformats.org/drawingml/2006/main">
            <a:off x="1619250" y="4352925"/>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9744"/>
          </a:bodyPr>
          <a:lstStyle xmlns:a="http://schemas.openxmlformats.org/drawingml/2006/main"/>
          <a:p xmlns:a="http://schemas.openxmlformats.org/drawingml/2006/main">
            <a:pPr algn="l">
              <a:buNone/>
              <a:defRPr sz="975" b="0" i="0">
                <a:solidFill>
                  <a:srgbClr val="475569"/>
                </a:solidFill>
                <a:latin typeface="Segoe UI"/>
                <a:ea typeface="Segoe UI"/>
                <a:cs typeface="Segoe UI"/>
              </a:defRPr>
            </a:pPr>
            <a:r>
              <a:rPr sz="975" b="0" i="0">
                <a:solidFill>
                  <a:srgbClr val="475569"/>
                </a:solidFill>
                <a:latin typeface="Segoe UI"/>
                <a:ea typeface="Segoe UI"/>
                <a:cs typeface="Segoe UI"/>
              </a:rPr>
              <a:t>Thu thập dữ liệu phỏng vấn, phân tích nghiệp vụ &amp; đặc tả Use Case</a:t>
            </a:r>
          </a:p>
        </p:txBody>
      </p:sp>
      <p:sp>
        <p:nvSpPr>
          <p:cNvPr id="18" name="tm-card-2">
            <a:extLst xmlns:a="http://schemas.openxmlformats.org/drawingml/2006/main">
              <a:ext uri="{FF2B5EF4-FFF2-40B4-BE49-F238E27FC236}">
                <a16:creationId xmlns:a16="http://schemas.microsoft.com/office/drawing/2014/main" id="{1308CB75-52DF-4351-8ACB-4578A1B0C0FA}"/>
              </a:ext>
            </a:extLst>
          </p:cNvPr>
          <p:cNvSpPr>
            <a:spLocks xmlns:a="http://schemas.openxmlformats.org/drawingml/2006/main" noGrp="1"/>
          </p:cNvSpPr>
          <p:nvPr/>
        </p:nvSpPr>
        <p:spPr>
          <a:xfrm xmlns:a="http://schemas.openxmlformats.org/drawingml/2006/main">
            <a:off x="904875" y="4781550"/>
            <a:ext cx="6858000" cy="714375"/>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E2E8F0"/>
            </a:solidFill>
            <a:prstDash val="solid"/>
          </a:ln>
        </p:spPr>
      </p:sp>
      <p:sp>
        <p:nvSpPr>
          <p:cNvPr id="19" name="tm-icon-2">
            <a:extLst xmlns:a="http://schemas.openxmlformats.org/drawingml/2006/main">
              <a:ext uri="{FF2B5EF4-FFF2-40B4-BE49-F238E27FC236}">
                <a16:creationId xmlns:a16="http://schemas.microsoft.com/office/drawing/2014/main" id="{9C496B44-CB68-4867-B2DA-E485A3351A3E}"/>
              </a:ext>
            </a:extLst>
          </p:cNvPr>
          <p:cNvSpPr>
            <a:spLocks xmlns:a="http://schemas.openxmlformats.org/drawingml/2006/main" noGrp="1"/>
          </p:cNvSpPr>
          <p:nvPr/>
        </p:nvSpPr>
        <p:spPr>
          <a:xfrm xmlns:a="http://schemas.openxmlformats.org/drawingml/2006/main">
            <a:off x="1047750" y="4914900"/>
            <a:ext cx="457200" cy="457200"/>
          </a:xfrm>
          <a:prstGeom xmlns:a="http://schemas.openxmlformats.org/drawingml/2006/main" prst="roundRect">
            <a:avLst>
              <a:gd name="adj" fmla="val 16667"/>
            </a:avLst>
          </a:prstGeom>
          <a:solidFill xmlns:a="http://schemas.openxmlformats.org/drawingml/2006/main">
            <a:srgbClr val="F1F5F9"/>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500" b="1" i="0">
                <a:solidFill>
                  <a:srgbClr val="475569"/>
                </a:solidFill>
                <a:latin typeface="Segoe UI"/>
                <a:ea typeface="Segoe UI"/>
                <a:cs typeface="Segoe UI"/>
              </a:defRPr>
            </a:pPr>
            <a:r>
              <a:rPr sz="1500" b="1" i="0">
                <a:solidFill>
                  <a:srgbClr val="475569"/>
                </a:solidFill>
                <a:latin typeface="Segoe UI"/>
                <a:ea typeface="Segoe UI"/>
                <a:cs typeface="Segoe UI"/>
              </a:rPr>
              <a:t>T</a:t>
            </a:r>
          </a:p>
        </p:txBody>
      </p:sp>
      <p:sp>
        <p:nvSpPr>
          <p:cNvPr id="20" name="tm-name-2">
            <a:extLst xmlns:a="http://schemas.openxmlformats.org/drawingml/2006/main">
              <a:ext uri="{FF2B5EF4-FFF2-40B4-BE49-F238E27FC236}">
                <a16:creationId xmlns:a16="http://schemas.microsoft.com/office/drawing/2014/main" id="{EDB214A1-C082-47EB-AA1C-1AA27A02CC4F}"/>
              </a:ext>
            </a:extLst>
          </p:cNvPr>
          <p:cNvSpPr>
            <a:spLocks xmlns:a="http://schemas.openxmlformats.org/drawingml/2006/main" noGrp="1"/>
          </p:cNvSpPr>
          <p:nvPr/>
        </p:nvSpPr>
        <p:spPr>
          <a:xfrm xmlns:a="http://schemas.openxmlformats.org/drawingml/2006/main">
            <a:off x="1619250" y="48577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2593"/>
          </a:bodyPr>
          <a:lstStyle xmlns:a="http://schemas.openxmlformats.org/drawingml/2006/main"/>
          <a:p xmlns:a="http://schemas.openxmlformats.org/drawingml/2006/main">
            <a:pPr algn="l">
              <a:buNone/>
              <a:defRPr sz="1350" b="1" i="0">
                <a:solidFill>
                  <a:srgbClr val="1E293B"/>
                </a:solidFill>
                <a:latin typeface="Segoe UI"/>
                <a:ea typeface="Segoe UI"/>
                <a:cs typeface="Segoe UI"/>
              </a:defRPr>
            </a:pPr>
            <a:r>
              <a:rPr sz="1350" b="1" i="0">
                <a:solidFill>
                  <a:srgbClr val="1E293B"/>
                </a:solidFill>
                <a:latin typeface="Segoe UI"/>
                <a:ea typeface="Segoe UI"/>
                <a:cs typeface="Segoe UI"/>
              </a:rPr>
              <a:t>Lê Thị Thanh Thúy</a:t>
            </a:r>
          </a:p>
        </p:txBody>
      </p:sp>
      <p:sp>
        <p:nvSpPr>
          <p:cNvPr id="21" name="tm-role-2">
            <a:extLst xmlns:a="http://schemas.openxmlformats.org/drawingml/2006/main">
              <a:ext uri="{FF2B5EF4-FFF2-40B4-BE49-F238E27FC236}">
                <a16:creationId xmlns:a16="http://schemas.microsoft.com/office/drawing/2014/main" id="{A70441B9-2DE2-4F81-9D03-47A3F5D4AC03}"/>
              </a:ext>
            </a:extLst>
          </p:cNvPr>
          <p:cNvSpPr>
            <a:spLocks xmlns:a="http://schemas.openxmlformats.org/drawingml/2006/main" noGrp="1"/>
          </p:cNvSpPr>
          <p:nvPr/>
        </p:nvSpPr>
        <p:spPr>
          <a:xfrm xmlns:a="http://schemas.openxmlformats.org/drawingml/2006/main">
            <a:off x="4857750" y="4876800"/>
            <a:ext cx="1809750" cy="247650"/>
          </a:xfrm>
          <a:prstGeom xmlns:a="http://schemas.openxmlformats.org/drawingml/2006/main" prst="roundRect">
            <a:avLst>
              <a:gd name="adj" fmla="val 30769"/>
            </a:avLst>
          </a:prstGeom>
          <a:solidFill xmlns:a="http://schemas.openxmlformats.org/drawingml/2006/main">
            <a:srgbClr val="F1F5F9"/>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475569"/>
                </a:solidFill>
                <a:latin typeface="Segoe UI"/>
                <a:ea typeface="Segoe UI"/>
                <a:cs typeface="Segoe UI"/>
              </a:defRPr>
            </a:pPr>
            <a:r>
              <a:rPr sz="900" b="1" i="0">
                <a:solidFill>
                  <a:srgbClr val="475569"/>
                </a:solidFill>
                <a:latin typeface="Segoe UI"/>
                <a:ea typeface="Segoe UI"/>
                <a:cs typeface="Segoe UI"/>
              </a:rPr>
              <a:t>Thành viên nhóm</a:t>
            </a:r>
          </a:p>
        </p:txBody>
      </p:sp>
      <p:sp>
        <p:nvSpPr>
          <p:cNvPr id="22" name="tm-desc-2">
            <a:extLst xmlns:a="http://schemas.openxmlformats.org/drawingml/2006/main">
              <a:ext uri="{FF2B5EF4-FFF2-40B4-BE49-F238E27FC236}">
                <a16:creationId xmlns:a16="http://schemas.microsoft.com/office/drawing/2014/main" id="{72DDFD73-8ED4-4DED-A8DA-93F1063CDAFA}"/>
              </a:ext>
            </a:extLst>
          </p:cNvPr>
          <p:cNvSpPr>
            <a:spLocks xmlns:a="http://schemas.openxmlformats.org/drawingml/2006/main" noGrp="1"/>
          </p:cNvSpPr>
          <p:nvPr/>
        </p:nvSpPr>
        <p:spPr>
          <a:xfrm xmlns:a="http://schemas.openxmlformats.org/drawingml/2006/main">
            <a:off x="1619250" y="5162550"/>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9744"/>
          </a:bodyPr>
          <a:lstStyle xmlns:a="http://schemas.openxmlformats.org/drawingml/2006/main"/>
          <a:p xmlns:a="http://schemas.openxmlformats.org/drawingml/2006/main">
            <a:pPr algn="l">
              <a:buNone/>
              <a:defRPr sz="975" b="0" i="0">
                <a:solidFill>
                  <a:srgbClr val="475569"/>
                </a:solidFill>
                <a:latin typeface="Segoe UI"/>
                <a:ea typeface="Segoe UI"/>
                <a:cs typeface="Segoe UI"/>
              </a:defRPr>
            </a:pPr>
            <a:r>
              <a:rPr sz="975" b="0" i="0">
                <a:solidFill>
                  <a:srgbClr val="475569"/>
                </a:solidFill>
                <a:latin typeface="Segoe UI"/>
                <a:ea typeface="Segoe UI"/>
                <a:cs typeface="Segoe UI"/>
              </a:rPr>
              <a:t>Nghiên cứu yêu cầu người dùng, đặc tả phi chức năng &amp; ma trận truy vết</a:t>
            </a:r>
          </a:p>
        </p:txBody>
      </p:sp>
      <p:sp>
        <p:nvSpPr>
          <p:cNvPr id="23" name="slot-team-bg">
            <a:extLst xmlns:a="http://schemas.openxmlformats.org/drawingml/2006/main">
              <a:ext uri="{FF2B5EF4-FFF2-40B4-BE49-F238E27FC236}">
                <a16:creationId xmlns:a16="http://schemas.microsoft.com/office/drawing/2014/main" id="{9327E173-F7D1-400F-B260-E00746DC6A94}"/>
              </a:ext>
            </a:extLst>
          </p:cNvPr>
          <p:cNvSpPr>
            <a:spLocks xmlns:a="http://schemas.openxmlformats.org/drawingml/2006/main" noGrp="1"/>
          </p:cNvSpPr>
          <p:nvPr/>
        </p:nvSpPr>
        <p:spPr>
          <a:xfrm xmlns:a="http://schemas.openxmlformats.org/drawingml/2006/main">
            <a:off x="7953375" y="3162300"/>
            <a:ext cx="3333750" cy="2333625"/>
          </a:xfrm>
          <a:prstGeom xmlns:a="http://schemas.openxmlformats.org/drawingml/2006/main" prst="roundRect">
            <a:avLst>
              <a:gd name="adj" fmla="val 4898"/>
            </a:avLst>
          </a:prstGeom>
          <a:solidFill xmlns:a="http://schemas.openxmlformats.org/drawingml/2006/main">
            <a:srgbClr val="F8FAFC"/>
          </a:solidFill>
          <a:ln xmlns:a="http://schemas.openxmlformats.org/drawingml/2006/main" w="11430">
            <a:solidFill>
              <a:srgbClr val="CBD5E1"/>
            </a:solidFill>
            <a:prstDash val="solid"/>
          </a:ln>
        </p:spPr>
      </p:sp>
      <p:sp>
        <p:nvSpPr>
          <p:cNvPr id="24" name="slot-team-tag">
            <a:extLst xmlns:a="http://schemas.openxmlformats.org/drawingml/2006/main">
              <a:ext uri="{FF2B5EF4-FFF2-40B4-BE49-F238E27FC236}">
                <a16:creationId xmlns:a16="http://schemas.microsoft.com/office/drawing/2014/main" id="{6485702C-E308-4443-903F-B8DB27E11F56}"/>
              </a:ext>
            </a:extLst>
          </p:cNvPr>
          <p:cNvSpPr>
            <a:spLocks xmlns:a="http://schemas.openxmlformats.org/drawingml/2006/main" noGrp="1"/>
          </p:cNvSpPr>
          <p:nvPr/>
        </p:nvSpPr>
        <p:spPr>
          <a:xfrm xmlns:a="http://schemas.openxmlformats.org/drawingml/2006/main">
            <a:off x="8096250" y="32575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buNone/>
              <a:defRPr sz="975" b="1" i="0">
                <a:solidFill>
                  <a:srgbClr val="4338CA"/>
                </a:solidFill>
                <a:latin typeface="Segoe UI"/>
                <a:ea typeface="Segoe UI"/>
                <a:cs typeface="Segoe UI"/>
              </a:defRPr>
            </a:pPr>
            <a:r>
              <a:rPr sz="975" b="1" i="0">
                <a:solidFill>
                  <a:srgbClr val="4338CA"/>
                </a:solidFill>
                <a:latin typeface="Segoe UI"/>
                <a:ea typeface="Segoe UI"/>
                <a:cs typeface="Segoe UI"/>
              </a:rPr>
              <a:t>🖼️ KHUNG CHÈN ẢNH / SƠ ĐỒ</a:t>
            </a:r>
          </a:p>
        </p:txBody>
      </p:sp>
      <p:sp>
        <p:nvSpPr>
          <p:cNvPr id="25" name="slot-team-content">
            <a:extLst xmlns:a="http://schemas.openxmlformats.org/drawingml/2006/main">
              <a:ext uri="{FF2B5EF4-FFF2-40B4-BE49-F238E27FC236}">
                <a16:creationId xmlns:a16="http://schemas.microsoft.com/office/drawing/2014/main" id="{7617C267-27B9-4864-B98A-26D7217CC74D}"/>
              </a:ext>
            </a:extLst>
          </p:cNvPr>
          <p:cNvSpPr>
            <a:spLocks xmlns:a="http://schemas.openxmlformats.org/drawingml/2006/main" noGrp="1"/>
          </p:cNvSpPr>
          <p:nvPr/>
        </p:nvSpPr>
        <p:spPr>
          <a:xfrm xmlns:a="http://schemas.openxmlformats.org/drawingml/2006/main">
            <a:off x="8096250" y="3524250"/>
            <a:ext cx="30480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buNone/>
              <a:defRPr sz="1088" b="1" i="0">
                <a:solidFill>
                  <a:srgbClr val="64748B"/>
                </a:solidFill>
                <a:latin typeface="Segoe UI"/>
                <a:ea typeface="Segoe UI"/>
                <a:cs typeface="Segoe UI"/>
              </a:defRPr>
            </a:pPr>
            <a:r>
              <a:rPr sz="1088" b="1" i="0">
                <a:solidFill>
                  <a:srgbClr val="64748B"/>
                </a:solidFill>
                <a:latin typeface="Segoe UI"/>
                <a:ea typeface="Segoe UI"/>
                <a:cs typeface="Segoe UI"/>
              </a:rPr>
              <a:t>[ Ảnh chân dung nhóm / Logo đề tài ]</a:t>
            </a:r>
          </a:p>
          <a:p xmlns:a="http://schemas.openxmlformats.org/drawingml/2006/main">
            <a:r>
              <a:t/>
            </a:r>
          </a:p>
          <a:p xmlns:a="http://schemas.openxmlformats.org/drawingml/2006/main">
            <a:pPr algn="ctr">
              <a:buNone/>
              <a:defRPr sz="1088" b="1" i="0">
                <a:solidFill>
                  <a:srgbClr val="64748B"/>
                </a:solidFill>
                <a:latin typeface="Segoe UI"/>
                <a:ea typeface="Segoe UI"/>
                <a:cs typeface="Segoe UI"/>
              </a:defRPr>
            </a:pPr>
            <a:r>
              <a:rPr sz="1088" b="1" i="0">
                <a:solidFill>
                  <a:srgbClr val="64748B"/>
                </a:solidFill>
                <a:latin typeface="Segoe UI"/>
                <a:ea typeface="Segoe UI"/>
                <a:cs typeface="Segoe UI"/>
              </a:rPr>
              <a:t>Đính kèm ảnh tập thể hoặc logo đề tài Lingora</a:t>
            </a:r>
          </a:p>
        </p:txBody>
      </p:sp>
    </p:spTree>
    <p:extLst>
      <p:ext uri="{BB962C8B-B14F-4D97-AF65-F5344CB8AC3E}">
        <p14:creationId xmlns:p14="http://schemas.microsoft.com/office/powerpoint/2010/main" val="20172121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5"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2">
            <a:extLst xmlns:a="http://schemas.openxmlformats.org/drawingml/2006/main">
              <a:ext uri="{FF2B5EF4-FFF2-40B4-BE49-F238E27FC236}">
                <a16:creationId xmlns:a16="http://schemas.microsoft.com/office/drawing/2014/main" id="{BF7D0464-4654-47AB-AA87-005EBCABD14C}"/>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CHƯƠNG TRÌNH LÀM VIỆC</a:t>
            </a:r>
          </a:p>
        </p:txBody>
      </p:sp>
      <p:sp>
        <p:nvSpPr>
          <p:cNvPr id="3" name="title-2">
            <a:extLst xmlns:a="http://schemas.openxmlformats.org/drawingml/2006/main">
              <a:ext uri="{FF2B5EF4-FFF2-40B4-BE49-F238E27FC236}">
                <a16:creationId xmlns:a16="http://schemas.microsoft.com/office/drawing/2014/main" id="{FB5278E6-810F-49C6-A891-B43A6C4BFFAB}"/>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2025" b="1" i="0">
                <a:solidFill>
                  <a:srgbClr val="2D1976"/>
                </a:solidFill>
                <a:latin typeface="Segoe UI"/>
                <a:ea typeface="Segoe UI"/>
                <a:cs typeface="Segoe UI"/>
              </a:defRPr>
            </a:pPr>
            <a:r>
              <a:rPr sz="2025" b="1" i="0">
                <a:solidFill>
                  <a:srgbClr val="2D1976"/>
                </a:solidFill>
                <a:latin typeface="Segoe UI"/>
                <a:ea typeface="Segoe UI"/>
                <a:cs typeface="Segoe UI"/>
              </a:rPr>
              <a:t>NỘI DUNG BÁO CÁO PHÂN TÍCH YÊU CẦU</a:t>
            </a:r>
          </a:p>
        </p:txBody>
      </p:sp>
      <p:sp>
        <p:nvSpPr>
          <p:cNvPr id="4" name="rule-2">
            <a:extLst xmlns:a="http://schemas.openxmlformats.org/drawingml/2006/main">
              <a:ext uri="{FF2B5EF4-FFF2-40B4-BE49-F238E27FC236}">
                <a16:creationId xmlns:a16="http://schemas.microsoft.com/office/drawing/2014/main" id="{0C565EFB-0DD1-401B-B5EE-B1BAD44FEEC2}"/>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ag-card-0">
            <a:extLst xmlns:a="http://schemas.openxmlformats.org/drawingml/2006/main">
              <a:ext uri="{FF2B5EF4-FFF2-40B4-BE49-F238E27FC236}">
                <a16:creationId xmlns:a16="http://schemas.microsoft.com/office/drawing/2014/main" id="{D487D374-83B8-47B3-8D5C-F850A928DA61}"/>
              </a:ext>
            </a:extLst>
          </p:cNvPr>
          <p:cNvSpPr>
            <a:spLocks xmlns:a="http://schemas.openxmlformats.org/drawingml/2006/main" noGrp="1"/>
          </p:cNvSpPr>
          <p:nvPr/>
        </p:nvSpPr>
        <p:spPr>
          <a:xfrm xmlns:a="http://schemas.openxmlformats.org/drawingml/2006/main">
            <a:off x="904875" y="2190750"/>
            <a:ext cx="2495550" cy="3048000"/>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11430">
            <a:solidFill>
              <a:srgbClr val="E2E8F0"/>
            </a:solidFill>
            <a:prstDash val="solid"/>
          </a:ln>
        </p:spPr>
      </p:sp>
      <p:sp>
        <p:nvSpPr>
          <p:cNvPr id="6" name="ag-num-0">
            <a:extLst xmlns:a="http://schemas.openxmlformats.org/drawingml/2006/main">
              <a:ext uri="{FF2B5EF4-FFF2-40B4-BE49-F238E27FC236}">
                <a16:creationId xmlns:a16="http://schemas.microsoft.com/office/drawing/2014/main" id="{39158F01-58B7-40BC-850B-9E6D5F3E0961}"/>
              </a:ext>
            </a:extLst>
          </p:cNvPr>
          <p:cNvSpPr>
            <a:spLocks xmlns:a="http://schemas.openxmlformats.org/drawingml/2006/main" noGrp="1"/>
          </p:cNvSpPr>
          <p:nvPr/>
        </p:nvSpPr>
        <p:spPr>
          <a:xfrm xmlns:a="http://schemas.openxmlformats.org/drawingml/2006/main">
            <a:off x="1076325" y="2381250"/>
            <a:ext cx="1047750" cy="304800"/>
          </a:xfrm>
          <a:prstGeom xmlns:a="http://schemas.openxmlformats.org/drawingml/2006/main" prst="roundRect">
            <a:avLst>
              <a:gd name="adj" fmla="val 25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3730A3"/>
                </a:solidFill>
                <a:latin typeface="Segoe UI"/>
                <a:ea typeface="Segoe UI"/>
                <a:cs typeface="Segoe UI"/>
              </a:defRPr>
            </a:pPr>
            <a:r>
              <a:rPr sz="975" b="1" i="0">
                <a:solidFill>
                  <a:srgbClr val="3730A3"/>
                </a:solidFill>
                <a:latin typeface="Segoe UI"/>
                <a:ea typeface="Segoe UI"/>
                <a:cs typeface="Segoe UI"/>
              </a:rPr>
              <a:t>PHẦN I</a:t>
            </a:r>
          </a:p>
        </p:txBody>
      </p:sp>
      <p:sp>
        <p:nvSpPr>
          <p:cNvPr id="7" name="ag-title-0">
            <a:extLst xmlns:a="http://schemas.openxmlformats.org/drawingml/2006/main">
              <a:ext uri="{FF2B5EF4-FFF2-40B4-BE49-F238E27FC236}">
                <a16:creationId xmlns:a16="http://schemas.microsoft.com/office/drawing/2014/main" id="{EF035B75-E58B-4395-B607-986149EB96A8}"/>
              </a:ext>
            </a:extLst>
          </p:cNvPr>
          <p:cNvSpPr>
            <a:spLocks xmlns:a="http://schemas.openxmlformats.org/drawingml/2006/main" noGrp="1"/>
          </p:cNvSpPr>
          <p:nvPr/>
        </p:nvSpPr>
        <p:spPr>
          <a:xfrm xmlns:a="http://schemas.openxmlformats.org/drawingml/2006/main">
            <a:off x="1076325" y="2809875"/>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500" b="1" i="0">
                <a:solidFill>
                  <a:srgbClr val="2D1976"/>
                </a:solidFill>
                <a:latin typeface="Segoe UI"/>
                <a:ea typeface="Segoe UI"/>
                <a:cs typeface="Segoe UI"/>
              </a:defRPr>
            </a:pPr>
            <a:r>
              <a:rPr sz="1500" b="1" i="0">
                <a:solidFill>
                  <a:srgbClr val="2D1976"/>
                </a:solidFill>
                <a:latin typeface="Segoe UI"/>
                <a:ea typeface="Segoe UI"/>
                <a:cs typeface="Segoe UI"/>
              </a:rPr>
              <a:t>Tổng quan &amp; Bối cảnh</a:t>
            </a:r>
          </a:p>
        </p:txBody>
      </p:sp>
      <p:sp>
        <p:nvSpPr>
          <p:cNvPr id="8" name="ag-desc-0">
            <a:extLst xmlns:a="http://schemas.openxmlformats.org/drawingml/2006/main">
              <a:ext uri="{FF2B5EF4-FFF2-40B4-BE49-F238E27FC236}">
                <a16:creationId xmlns:a16="http://schemas.microsoft.com/office/drawing/2014/main" id="{872DCB48-E7D9-4C91-8779-8A65C76128FC}"/>
              </a:ext>
            </a:extLst>
          </p:cNvPr>
          <p:cNvSpPr>
            <a:spLocks xmlns:a="http://schemas.openxmlformats.org/drawingml/2006/main" noGrp="1"/>
          </p:cNvSpPr>
          <p:nvPr/>
        </p:nvSpPr>
        <p:spPr>
          <a:xfrm xmlns:a="http://schemas.openxmlformats.org/drawingml/2006/main">
            <a:off x="1076325" y="3429000"/>
            <a:ext cx="21526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13" b="0" i="0">
                <a:solidFill>
                  <a:srgbClr val="475569"/>
                </a:solidFill>
                <a:latin typeface="Segoe UI"/>
                <a:ea typeface="Segoe UI"/>
                <a:cs typeface="Segoe UI"/>
              </a:defRPr>
            </a:pPr>
            <a:r>
              <a:rPr sz="1013" b="0" i="0">
                <a:solidFill>
                  <a:srgbClr val="475569"/>
                </a:solidFill>
                <a:latin typeface="Segoe UI"/>
                <a:ea typeface="Segoe UI"/>
                <a:cs typeface="Segoe UI"/>
              </a:rPr>
              <a:t>Thực trạng học ngoại ngữ, phát biểu bài toán và định vị giải pháp Lingora.</a:t>
            </a:r>
          </a:p>
        </p:txBody>
      </p:sp>
      <p:sp>
        <p:nvSpPr>
          <p:cNvPr id="9" name="ag-slides-0">
            <a:extLst xmlns:a="http://schemas.openxmlformats.org/drawingml/2006/main">
              <a:ext uri="{FF2B5EF4-FFF2-40B4-BE49-F238E27FC236}">
                <a16:creationId xmlns:a16="http://schemas.microsoft.com/office/drawing/2014/main" id="{DBDF56CE-92AF-4845-A176-28803C36CCD2}"/>
              </a:ext>
            </a:extLst>
          </p:cNvPr>
          <p:cNvSpPr>
            <a:spLocks xmlns:a="http://schemas.openxmlformats.org/drawingml/2006/main" noGrp="1"/>
          </p:cNvSpPr>
          <p:nvPr/>
        </p:nvSpPr>
        <p:spPr>
          <a:xfrm xmlns:a="http://schemas.openxmlformats.org/drawingml/2006/main">
            <a:off x="1076325" y="4619625"/>
            <a:ext cx="2152650" cy="285750"/>
          </a:xfrm>
          <a:prstGeom xmlns:a="http://schemas.openxmlformats.org/drawingml/2006/main" prst="roundRect">
            <a:avLst>
              <a:gd name="adj" fmla="val 26667"/>
            </a:avLst>
          </a:prstGeom>
          <a:solidFill xmlns:a="http://schemas.openxmlformats.org/drawingml/2006/main">
            <a:srgbClr val="F1F5F9"/>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64748B"/>
                </a:solidFill>
                <a:latin typeface="Segoe UI"/>
                <a:ea typeface="Segoe UI"/>
                <a:cs typeface="Segoe UI"/>
              </a:defRPr>
            </a:pPr>
            <a:r>
              <a:rPr sz="900" b="1" i="0">
                <a:solidFill>
                  <a:srgbClr val="64748B"/>
                </a:solidFill>
                <a:latin typeface="Segoe UI"/>
                <a:ea typeface="Segoe UI"/>
                <a:cs typeface="Segoe UI"/>
              </a:rPr>
              <a:t>Phần I</a:t>
            </a:r>
          </a:p>
        </p:txBody>
      </p:sp>
      <p:sp>
        <p:nvSpPr>
          <p:cNvPr id="10" name="ag-card-1">
            <a:extLst xmlns:a="http://schemas.openxmlformats.org/drawingml/2006/main">
              <a:ext uri="{FF2B5EF4-FFF2-40B4-BE49-F238E27FC236}">
                <a16:creationId xmlns:a16="http://schemas.microsoft.com/office/drawing/2014/main" id="{007E0921-159F-4FCE-BCFE-80FFF0A935E2}"/>
              </a:ext>
            </a:extLst>
          </p:cNvPr>
          <p:cNvSpPr>
            <a:spLocks xmlns:a="http://schemas.openxmlformats.org/drawingml/2006/main" noGrp="1"/>
          </p:cNvSpPr>
          <p:nvPr/>
        </p:nvSpPr>
        <p:spPr>
          <a:xfrm xmlns:a="http://schemas.openxmlformats.org/drawingml/2006/main">
            <a:off x="3533775" y="2190750"/>
            <a:ext cx="2495550" cy="3048000"/>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11430">
            <a:solidFill>
              <a:srgbClr val="E2E8F0"/>
            </a:solidFill>
            <a:prstDash val="solid"/>
          </a:ln>
        </p:spPr>
      </p:sp>
      <p:sp>
        <p:nvSpPr>
          <p:cNvPr id="11" name="ag-num-1">
            <a:extLst xmlns:a="http://schemas.openxmlformats.org/drawingml/2006/main">
              <a:ext uri="{FF2B5EF4-FFF2-40B4-BE49-F238E27FC236}">
                <a16:creationId xmlns:a16="http://schemas.microsoft.com/office/drawing/2014/main" id="{CCCD9807-AACD-453B-9707-21431A3FFDCD}"/>
              </a:ext>
            </a:extLst>
          </p:cNvPr>
          <p:cNvSpPr>
            <a:spLocks xmlns:a="http://schemas.openxmlformats.org/drawingml/2006/main" noGrp="1"/>
          </p:cNvSpPr>
          <p:nvPr/>
        </p:nvSpPr>
        <p:spPr>
          <a:xfrm xmlns:a="http://schemas.openxmlformats.org/drawingml/2006/main">
            <a:off x="3705225" y="2381250"/>
            <a:ext cx="1047750" cy="304800"/>
          </a:xfrm>
          <a:prstGeom xmlns:a="http://schemas.openxmlformats.org/drawingml/2006/main" prst="roundRect">
            <a:avLst>
              <a:gd name="adj" fmla="val 25000"/>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0369A1"/>
                </a:solidFill>
                <a:latin typeface="Segoe UI"/>
                <a:ea typeface="Segoe UI"/>
                <a:cs typeface="Segoe UI"/>
              </a:defRPr>
            </a:pPr>
            <a:r>
              <a:rPr sz="975" b="1" i="0">
                <a:solidFill>
                  <a:srgbClr val="0369A1"/>
                </a:solidFill>
                <a:latin typeface="Segoe UI"/>
                <a:ea typeface="Segoe UI"/>
                <a:cs typeface="Segoe UI"/>
              </a:rPr>
              <a:t>PHẦN II</a:t>
            </a:r>
          </a:p>
        </p:txBody>
      </p:sp>
      <p:sp>
        <p:nvSpPr>
          <p:cNvPr id="12" name="ag-title-1">
            <a:extLst xmlns:a="http://schemas.openxmlformats.org/drawingml/2006/main">
              <a:ext uri="{FF2B5EF4-FFF2-40B4-BE49-F238E27FC236}">
                <a16:creationId xmlns:a16="http://schemas.microsoft.com/office/drawing/2014/main" id="{B5E48A95-ABE5-44DD-81B9-50A962F063D9}"/>
              </a:ext>
            </a:extLst>
          </p:cNvPr>
          <p:cNvSpPr>
            <a:spLocks xmlns:a="http://schemas.openxmlformats.org/drawingml/2006/main" noGrp="1"/>
          </p:cNvSpPr>
          <p:nvPr/>
        </p:nvSpPr>
        <p:spPr>
          <a:xfrm xmlns:a="http://schemas.openxmlformats.org/drawingml/2006/main">
            <a:off x="3705225" y="2809875"/>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500" b="1" i="0">
                <a:solidFill>
                  <a:srgbClr val="2D1976"/>
                </a:solidFill>
                <a:latin typeface="Segoe UI"/>
                <a:ea typeface="Segoe UI"/>
                <a:cs typeface="Segoe UI"/>
              </a:defRPr>
            </a:pPr>
            <a:r>
              <a:rPr sz="1500" b="1" i="0">
                <a:solidFill>
                  <a:srgbClr val="2D1976"/>
                </a:solidFill>
                <a:latin typeface="Segoe UI"/>
                <a:ea typeface="Segoe UI"/>
                <a:cs typeface="Segoe UI"/>
              </a:rPr>
              <a:t>Khảo sát &amp; Đối sánh</a:t>
            </a:r>
          </a:p>
        </p:txBody>
      </p:sp>
      <p:sp>
        <p:nvSpPr>
          <p:cNvPr id="13" name="ag-desc-1">
            <a:extLst xmlns:a="http://schemas.openxmlformats.org/drawingml/2006/main">
              <a:ext uri="{FF2B5EF4-FFF2-40B4-BE49-F238E27FC236}">
                <a16:creationId xmlns:a16="http://schemas.microsoft.com/office/drawing/2014/main" id="{1B47FA78-9761-4015-98FE-3019B02C4F02}"/>
              </a:ext>
            </a:extLst>
          </p:cNvPr>
          <p:cNvSpPr>
            <a:spLocks xmlns:a="http://schemas.openxmlformats.org/drawingml/2006/main" noGrp="1"/>
          </p:cNvSpPr>
          <p:nvPr/>
        </p:nvSpPr>
        <p:spPr>
          <a:xfrm xmlns:a="http://schemas.openxmlformats.org/drawingml/2006/main">
            <a:off x="3705225" y="3429000"/>
            <a:ext cx="21526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13" b="0" i="0">
                <a:solidFill>
                  <a:srgbClr val="475569"/>
                </a:solidFill>
                <a:latin typeface="Segoe UI"/>
                <a:ea typeface="Segoe UI"/>
                <a:cs typeface="Segoe UI"/>
              </a:defRPr>
            </a:pPr>
            <a:r>
              <a:rPr sz="1013" b="0" i="0">
                <a:solidFill>
                  <a:srgbClr val="475569"/>
                </a:solidFill>
                <a:latin typeface="Segoe UI"/>
                <a:ea typeface="Segoe UI"/>
                <a:cs typeface="Segoe UI"/>
              </a:rPr>
              <a:t>Dữ liệu khảo sát người học, 9 phỏng vấn chuyên sâu và đối sánh hệ thống.</a:t>
            </a:r>
          </a:p>
        </p:txBody>
      </p:sp>
      <p:sp>
        <p:nvSpPr>
          <p:cNvPr id="14" name="ag-slides-1">
            <a:extLst xmlns:a="http://schemas.openxmlformats.org/drawingml/2006/main">
              <a:ext uri="{FF2B5EF4-FFF2-40B4-BE49-F238E27FC236}">
                <a16:creationId xmlns:a16="http://schemas.microsoft.com/office/drawing/2014/main" id="{C35BF50D-C16C-4244-9648-315F861813CA}"/>
              </a:ext>
            </a:extLst>
          </p:cNvPr>
          <p:cNvSpPr>
            <a:spLocks xmlns:a="http://schemas.openxmlformats.org/drawingml/2006/main" noGrp="1"/>
          </p:cNvSpPr>
          <p:nvPr/>
        </p:nvSpPr>
        <p:spPr>
          <a:xfrm xmlns:a="http://schemas.openxmlformats.org/drawingml/2006/main">
            <a:off x="3705225" y="4619625"/>
            <a:ext cx="2152650" cy="285750"/>
          </a:xfrm>
          <a:prstGeom xmlns:a="http://schemas.openxmlformats.org/drawingml/2006/main" prst="roundRect">
            <a:avLst>
              <a:gd name="adj" fmla="val 26667"/>
            </a:avLst>
          </a:prstGeom>
          <a:solidFill xmlns:a="http://schemas.openxmlformats.org/drawingml/2006/main">
            <a:srgbClr val="F1F5F9"/>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64748B"/>
                </a:solidFill>
                <a:latin typeface="Segoe UI"/>
                <a:ea typeface="Segoe UI"/>
                <a:cs typeface="Segoe UI"/>
              </a:defRPr>
            </a:pPr>
            <a:r>
              <a:rPr sz="900" b="1" i="0">
                <a:solidFill>
                  <a:srgbClr val="64748B"/>
                </a:solidFill>
                <a:latin typeface="Segoe UI"/>
                <a:ea typeface="Segoe UI"/>
                <a:cs typeface="Segoe UI"/>
              </a:rPr>
              <a:t>Phần II</a:t>
            </a:r>
          </a:p>
        </p:txBody>
      </p:sp>
      <p:sp>
        <p:nvSpPr>
          <p:cNvPr id="15" name="ag-card-2">
            <a:extLst xmlns:a="http://schemas.openxmlformats.org/drawingml/2006/main">
              <a:ext uri="{FF2B5EF4-FFF2-40B4-BE49-F238E27FC236}">
                <a16:creationId xmlns:a16="http://schemas.microsoft.com/office/drawing/2014/main" id="{AFD87AA5-1F0B-4349-86F9-BB65E3F1FE4A}"/>
              </a:ext>
            </a:extLst>
          </p:cNvPr>
          <p:cNvSpPr>
            <a:spLocks xmlns:a="http://schemas.openxmlformats.org/drawingml/2006/main" noGrp="1"/>
          </p:cNvSpPr>
          <p:nvPr/>
        </p:nvSpPr>
        <p:spPr>
          <a:xfrm xmlns:a="http://schemas.openxmlformats.org/drawingml/2006/main">
            <a:off x="6162675" y="2190750"/>
            <a:ext cx="2495550" cy="3048000"/>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11430">
            <a:solidFill>
              <a:srgbClr val="E2E8F0"/>
            </a:solidFill>
            <a:prstDash val="solid"/>
          </a:ln>
        </p:spPr>
      </p:sp>
      <p:sp>
        <p:nvSpPr>
          <p:cNvPr id="16" name="ag-num-2">
            <a:extLst xmlns:a="http://schemas.openxmlformats.org/drawingml/2006/main">
              <a:ext uri="{FF2B5EF4-FFF2-40B4-BE49-F238E27FC236}">
                <a16:creationId xmlns:a16="http://schemas.microsoft.com/office/drawing/2014/main" id="{1E89DFF8-491B-466B-8602-74ECE43CADB4}"/>
              </a:ext>
            </a:extLst>
          </p:cNvPr>
          <p:cNvSpPr>
            <a:spLocks xmlns:a="http://schemas.openxmlformats.org/drawingml/2006/main" noGrp="1"/>
          </p:cNvSpPr>
          <p:nvPr/>
        </p:nvSpPr>
        <p:spPr>
          <a:xfrm xmlns:a="http://schemas.openxmlformats.org/drawingml/2006/main">
            <a:off x="6334125" y="2381250"/>
            <a:ext cx="1047750" cy="304800"/>
          </a:xfrm>
          <a:prstGeom xmlns:a="http://schemas.openxmlformats.org/drawingml/2006/main" prst="roundRect">
            <a:avLst>
              <a:gd name="adj" fmla="val 25000"/>
            </a:avLst>
          </a:prstGeom>
          <a:solidFill xmlns:a="http://schemas.openxmlformats.org/drawingml/2006/main">
            <a:srgbClr val="FEF3C7"/>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92400E"/>
                </a:solidFill>
                <a:latin typeface="Segoe UI"/>
                <a:ea typeface="Segoe UI"/>
                <a:cs typeface="Segoe UI"/>
              </a:defRPr>
            </a:pPr>
            <a:r>
              <a:rPr sz="975" b="1" i="0">
                <a:solidFill>
                  <a:srgbClr val="92400E"/>
                </a:solidFill>
                <a:latin typeface="Segoe UI"/>
                <a:ea typeface="Segoe UI"/>
                <a:cs typeface="Segoe UI"/>
              </a:rPr>
              <a:t>PHẦN III</a:t>
            </a:r>
          </a:p>
        </p:txBody>
      </p:sp>
      <p:sp>
        <p:nvSpPr>
          <p:cNvPr id="17" name="ag-title-2">
            <a:extLst xmlns:a="http://schemas.openxmlformats.org/drawingml/2006/main">
              <a:ext uri="{FF2B5EF4-FFF2-40B4-BE49-F238E27FC236}">
                <a16:creationId xmlns:a16="http://schemas.microsoft.com/office/drawing/2014/main" id="{70CEB0DA-89F6-42EE-9758-B0BC53443308}"/>
              </a:ext>
            </a:extLst>
          </p:cNvPr>
          <p:cNvSpPr>
            <a:spLocks xmlns:a="http://schemas.openxmlformats.org/drawingml/2006/main" noGrp="1"/>
          </p:cNvSpPr>
          <p:nvPr/>
        </p:nvSpPr>
        <p:spPr>
          <a:xfrm xmlns:a="http://schemas.openxmlformats.org/drawingml/2006/main">
            <a:off x="6334125" y="2809875"/>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500" b="1" i="0">
                <a:solidFill>
                  <a:srgbClr val="2D1976"/>
                </a:solidFill>
                <a:latin typeface="Segoe UI"/>
                <a:ea typeface="Segoe UI"/>
                <a:cs typeface="Segoe UI"/>
              </a:defRPr>
            </a:pPr>
            <a:r>
              <a:rPr sz="1500" b="1" i="0">
                <a:solidFill>
                  <a:srgbClr val="2D1976"/>
                </a:solidFill>
                <a:latin typeface="Segoe UI"/>
                <a:ea typeface="Segoe UI"/>
                <a:cs typeface="Segoe UI"/>
              </a:rPr>
              <a:t>Phân tích &amp; Đặc tả</a:t>
            </a:r>
          </a:p>
        </p:txBody>
      </p:sp>
      <p:sp>
        <p:nvSpPr>
          <p:cNvPr id="18" name="ag-desc-2">
            <a:extLst xmlns:a="http://schemas.openxmlformats.org/drawingml/2006/main">
              <a:ext uri="{FF2B5EF4-FFF2-40B4-BE49-F238E27FC236}">
                <a16:creationId xmlns:a16="http://schemas.microsoft.com/office/drawing/2014/main" id="{6D111718-FA1E-4230-BBD7-3D33B05A3F11}"/>
              </a:ext>
            </a:extLst>
          </p:cNvPr>
          <p:cNvSpPr>
            <a:spLocks xmlns:a="http://schemas.openxmlformats.org/drawingml/2006/main" noGrp="1"/>
          </p:cNvSpPr>
          <p:nvPr/>
        </p:nvSpPr>
        <p:spPr>
          <a:xfrm xmlns:a="http://schemas.openxmlformats.org/drawingml/2006/main">
            <a:off x="6334125" y="3429000"/>
            <a:ext cx="21526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13" b="0" i="0">
                <a:solidFill>
                  <a:srgbClr val="475569"/>
                </a:solidFill>
                <a:latin typeface="Segoe UI"/>
                <a:ea typeface="Segoe UI"/>
                <a:cs typeface="Segoe UI"/>
              </a:defRPr>
            </a:pPr>
            <a:r>
              <a:rPr sz="1013" b="0" i="0">
                <a:solidFill>
                  <a:srgbClr val="475569"/>
                </a:solidFill>
                <a:latin typeface="Segoe UI"/>
                <a:ea typeface="Segoe UI"/>
                <a:cs typeface="Segoe UI"/>
              </a:rPr>
              <a:t>10 Use Cases, Activity Diagrams, AC chi tiết, User Stories &amp; Yêu cầu chức năng.</a:t>
            </a:r>
          </a:p>
        </p:txBody>
      </p:sp>
      <p:sp>
        <p:nvSpPr>
          <p:cNvPr id="19" name="ag-slides-2">
            <a:extLst xmlns:a="http://schemas.openxmlformats.org/drawingml/2006/main">
              <a:ext uri="{FF2B5EF4-FFF2-40B4-BE49-F238E27FC236}">
                <a16:creationId xmlns:a16="http://schemas.microsoft.com/office/drawing/2014/main" id="{02E5A84E-57BC-4713-951D-C4438BDADA66}"/>
              </a:ext>
            </a:extLst>
          </p:cNvPr>
          <p:cNvSpPr>
            <a:spLocks xmlns:a="http://schemas.openxmlformats.org/drawingml/2006/main" noGrp="1"/>
          </p:cNvSpPr>
          <p:nvPr/>
        </p:nvSpPr>
        <p:spPr>
          <a:xfrm xmlns:a="http://schemas.openxmlformats.org/drawingml/2006/main">
            <a:off x="6334125" y="4619625"/>
            <a:ext cx="2152650" cy="285750"/>
          </a:xfrm>
          <a:prstGeom xmlns:a="http://schemas.openxmlformats.org/drawingml/2006/main" prst="roundRect">
            <a:avLst>
              <a:gd name="adj" fmla="val 26667"/>
            </a:avLst>
          </a:prstGeom>
          <a:solidFill xmlns:a="http://schemas.openxmlformats.org/drawingml/2006/main">
            <a:srgbClr val="F1F5F9"/>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64748B"/>
                </a:solidFill>
                <a:latin typeface="Segoe UI"/>
                <a:ea typeface="Segoe UI"/>
                <a:cs typeface="Segoe UI"/>
              </a:defRPr>
            </a:pPr>
            <a:r>
              <a:rPr sz="900" b="1" i="0">
                <a:solidFill>
                  <a:srgbClr val="64748B"/>
                </a:solidFill>
                <a:latin typeface="Segoe UI"/>
                <a:ea typeface="Segoe UI"/>
                <a:cs typeface="Segoe UI"/>
              </a:rPr>
              <a:t>Phần III</a:t>
            </a:r>
          </a:p>
        </p:txBody>
      </p:sp>
      <p:sp>
        <p:nvSpPr>
          <p:cNvPr id="20" name="ag-card-3">
            <a:extLst xmlns:a="http://schemas.openxmlformats.org/drawingml/2006/main">
              <a:ext uri="{FF2B5EF4-FFF2-40B4-BE49-F238E27FC236}">
                <a16:creationId xmlns:a16="http://schemas.microsoft.com/office/drawing/2014/main" id="{45E5C9F4-B3A8-4A8E-916F-3A0E4872DC59}"/>
              </a:ext>
            </a:extLst>
          </p:cNvPr>
          <p:cNvSpPr>
            <a:spLocks xmlns:a="http://schemas.openxmlformats.org/drawingml/2006/main" noGrp="1"/>
          </p:cNvSpPr>
          <p:nvPr/>
        </p:nvSpPr>
        <p:spPr>
          <a:xfrm xmlns:a="http://schemas.openxmlformats.org/drawingml/2006/main">
            <a:off x="8791575" y="2190750"/>
            <a:ext cx="2495550" cy="3048000"/>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11430">
            <a:solidFill>
              <a:srgbClr val="E2E8F0"/>
            </a:solidFill>
            <a:prstDash val="solid"/>
          </a:ln>
        </p:spPr>
      </p:sp>
      <p:sp>
        <p:nvSpPr>
          <p:cNvPr id="21" name="ag-num-3">
            <a:extLst xmlns:a="http://schemas.openxmlformats.org/drawingml/2006/main">
              <a:ext uri="{FF2B5EF4-FFF2-40B4-BE49-F238E27FC236}">
                <a16:creationId xmlns:a16="http://schemas.microsoft.com/office/drawing/2014/main" id="{4FC747D0-918C-4B67-9619-79ECBE62E56C}"/>
              </a:ext>
            </a:extLst>
          </p:cNvPr>
          <p:cNvSpPr>
            <a:spLocks xmlns:a="http://schemas.openxmlformats.org/drawingml/2006/main" noGrp="1"/>
          </p:cNvSpPr>
          <p:nvPr/>
        </p:nvSpPr>
        <p:spPr>
          <a:xfrm xmlns:a="http://schemas.openxmlformats.org/drawingml/2006/main">
            <a:off x="8963025" y="2381250"/>
            <a:ext cx="1047750" cy="304800"/>
          </a:xfrm>
          <a:prstGeom xmlns:a="http://schemas.openxmlformats.org/drawingml/2006/main" prst="roundRect">
            <a:avLst>
              <a:gd name="adj" fmla="val 25000"/>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15803D"/>
                </a:solidFill>
                <a:latin typeface="Segoe UI"/>
                <a:ea typeface="Segoe UI"/>
                <a:cs typeface="Segoe UI"/>
              </a:defRPr>
            </a:pPr>
            <a:r>
              <a:rPr sz="975" b="1" i="0">
                <a:solidFill>
                  <a:srgbClr val="15803D"/>
                </a:solidFill>
                <a:latin typeface="Segoe UI"/>
                <a:ea typeface="Segoe UI"/>
                <a:cs typeface="Segoe UI"/>
              </a:rPr>
              <a:t>PHẦN IV</a:t>
            </a:r>
          </a:p>
        </p:txBody>
      </p:sp>
      <p:sp>
        <p:nvSpPr>
          <p:cNvPr id="22" name="ag-title-3">
            <a:extLst xmlns:a="http://schemas.openxmlformats.org/drawingml/2006/main">
              <a:ext uri="{FF2B5EF4-FFF2-40B4-BE49-F238E27FC236}">
                <a16:creationId xmlns:a16="http://schemas.microsoft.com/office/drawing/2014/main" id="{57809878-94DE-4508-B02B-E71A108CD839}"/>
              </a:ext>
            </a:extLst>
          </p:cNvPr>
          <p:cNvSpPr>
            <a:spLocks xmlns:a="http://schemas.openxmlformats.org/drawingml/2006/main" noGrp="1"/>
          </p:cNvSpPr>
          <p:nvPr/>
        </p:nvSpPr>
        <p:spPr>
          <a:xfrm xmlns:a="http://schemas.openxmlformats.org/drawingml/2006/main">
            <a:off x="8963025" y="2809875"/>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500" b="1" i="0">
                <a:solidFill>
                  <a:srgbClr val="2D1976"/>
                </a:solidFill>
                <a:latin typeface="Segoe UI"/>
                <a:ea typeface="Segoe UI"/>
                <a:cs typeface="Segoe UI"/>
              </a:defRPr>
            </a:pPr>
            <a:r>
              <a:rPr sz="1500" b="1" i="0">
                <a:solidFill>
                  <a:srgbClr val="2D1976"/>
                </a:solidFill>
                <a:latin typeface="Segoe UI"/>
                <a:ea typeface="Segoe UI"/>
                <a:cs typeface="Segoe UI"/>
              </a:rPr>
              <a:t>Mô hình hóa &amp; Kết luận</a:t>
            </a:r>
          </a:p>
        </p:txBody>
      </p:sp>
      <p:sp>
        <p:nvSpPr>
          <p:cNvPr id="23" name="ag-desc-3">
            <a:extLst xmlns:a="http://schemas.openxmlformats.org/drawingml/2006/main">
              <a:ext uri="{FF2B5EF4-FFF2-40B4-BE49-F238E27FC236}">
                <a16:creationId xmlns:a16="http://schemas.microsoft.com/office/drawing/2014/main" id="{B2AE7A9F-E482-4443-BDF7-C5ADA74278E3}"/>
              </a:ext>
            </a:extLst>
          </p:cNvPr>
          <p:cNvSpPr>
            <a:spLocks xmlns:a="http://schemas.openxmlformats.org/drawingml/2006/main" noGrp="1"/>
          </p:cNvSpPr>
          <p:nvPr/>
        </p:nvSpPr>
        <p:spPr>
          <a:xfrm xmlns:a="http://schemas.openxmlformats.org/drawingml/2006/main">
            <a:off x="8963025" y="3429000"/>
            <a:ext cx="21526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13" b="0" i="0">
                <a:solidFill>
                  <a:srgbClr val="475569"/>
                </a:solidFill>
                <a:latin typeface="Segoe UI"/>
                <a:ea typeface="Segoe UI"/>
                <a:cs typeface="Segoe UI"/>
              </a:defRPr>
            </a:pPr>
            <a:r>
              <a:rPr sz="1013" b="0" i="0">
                <a:solidFill>
                  <a:srgbClr val="475569"/>
                </a:solidFill>
                <a:latin typeface="Segoe UI"/>
                <a:ea typeface="Segoe UI"/>
                <a:cs typeface="Segoe UI"/>
              </a:rPr>
              <a:t>Sơ đồ luồng dữ liệu DFD, mô hình ERD, ma trận truy vết và tổng kết đề tài.</a:t>
            </a:r>
          </a:p>
        </p:txBody>
      </p:sp>
      <p:sp>
        <p:nvSpPr>
          <p:cNvPr id="24" name="ag-slides-3">
            <a:extLst xmlns:a="http://schemas.openxmlformats.org/drawingml/2006/main">
              <a:ext uri="{FF2B5EF4-FFF2-40B4-BE49-F238E27FC236}">
                <a16:creationId xmlns:a16="http://schemas.microsoft.com/office/drawing/2014/main" id="{58AB61F8-B6D1-4449-ABF9-F4CE6F8347A0}"/>
              </a:ext>
            </a:extLst>
          </p:cNvPr>
          <p:cNvSpPr>
            <a:spLocks xmlns:a="http://schemas.openxmlformats.org/drawingml/2006/main" noGrp="1"/>
          </p:cNvSpPr>
          <p:nvPr/>
        </p:nvSpPr>
        <p:spPr>
          <a:xfrm xmlns:a="http://schemas.openxmlformats.org/drawingml/2006/main">
            <a:off x="8963025" y="4619625"/>
            <a:ext cx="2152650" cy="285750"/>
          </a:xfrm>
          <a:prstGeom xmlns:a="http://schemas.openxmlformats.org/drawingml/2006/main" prst="roundRect">
            <a:avLst>
              <a:gd name="adj" fmla="val 26667"/>
            </a:avLst>
          </a:prstGeom>
          <a:solidFill xmlns:a="http://schemas.openxmlformats.org/drawingml/2006/main">
            <a:srgbClr val="F1F5F9"/>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64748B"/>
                </a:solidFill>
                <a:latin typeface="Segoe UI"/>
                <a:ea typeface="Segoe UI"/>
                <a:cs typeface="Segoe UI"/>
              </a:defRPr>
            </a:pPr>
            <a:r>
              <a:rPr sz="900" b="1" i="0">
                <a:solidFill>
                  <a:srgbClr val="64748B"/>
                </a:solidFill>
                <a:latin typeface="Segoe UI"/>
                <a:ea typeface="Segoe UI"/>
                <a:cs typeface="Segoe UI"/>
              </a:rPr>
              <a:t>Phần IV</a:t>
            </a:r>
          </a:p>
        </p:txBody>
      </p:sp>
    </p:spTree>
    <p:extLst>
      <p:ext uri="{BB962C8B-B14F-4D97-AF65-F5344CB8AC3E}">
        <p14:creationId xmlns:p14="http://schemas.microsoft.com/office/powerpoint/2010/main" val="201721212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sec-3-card">
            <a:extLst xmlns:a="http://schemas.openxmlformats.org/drawingml/2006/main">
              <a:ext uri="{FF2B5EF4-FFF2-40B4-BE49-F238E27FC236}">
                <a16:creationId xmlns:a16="http://schemas.microsoft.com/office/drawing/2014/main" id="{C0361F2F-CC11-4735-B605-484C094BCAF4}"/>
              </a:ext>
            </a:extLst>
          </p:cNvPr>
          <p:cNvSpPr>
            <a:spLocks xmlns:a="http://schemas.openxmlformats.org/drawingml/2006/main" noGrp="1"/>
          </p:cNvSpPr>
          <p:nvPr/>
        </p:nvSpPr>
        <p:spPr>
          <a:xfrm xmlns:a="http://schemas.openxmlformats.org/drawingml/2006/main">
            <a:off x="1524000" y="2190750"/>
            <a:ext cx="9144000" cy="3048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17145">
            <a:solidFill>
              <a:srgbClr val="DDD6FE"/>
            </a:solidFill>
            <a:prstDash val="solid"/>
          </a:ln>
        </p:spPr>
      </p:sp>
      <p:sp>
        <p:nvSpPr>
          <p:cNvPr id="3" name="sec-3-badge">
            <a:extLst xmlns:a="http://schemas.openxmlformats.org/drawingml/2006/main">
              <a:ext uri="{FF2B5EF4-FFF2-40B4-BE49-F238E27FC236}">
                <a16:creationId xmlns:a16="http://schemas.microsoft.com/office/drawing/2014/main" id="{9C7B938A-6F9F-486A-AC88-5A339D295A6F}"/>
              </a:ext>
            </a:extLst>
          </p:cNvPr>
          <p:cNvSpPr>
            <a:spLocks xmlns:a="http://schemas.openxmlformats.org/drawingml/2006/main" noGrp="1"/>
          </p:cNvSpPr>
          <p:nvPr/>
        </p:nvSpPr>
        <p:spPr>
          <a:xfrm xmlns:a="http://schemas.openxmlformats.org/drawingml/2006/main">
            <a:off x="5143500" y="2619375"/>
            <a:ext cx="1905000" cy="381000"/>
          </a:xfrm>
          <a:prstGeom xmlns:a="http://schemas.openxmlformats.org/drawingml/2006/main" prst="roundRect">
            <a:avLst>
              <a:gd name="adj" fmla="val 20000"/>
            </a:avLst>
          </a:prstGeom>
          <a:solidFill xmlns:a="http://schemas.openxmlformats.org/drawingml/2006/main">
            <a:srgbClr val="FEF9C3"/>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200" b="1" i="0">
                <a:solidFill>
                  <a:srgbClr val="854D0E"/>
                </a:solidFill>
                <a:latin typeface="Segoe UI"/>
                <a:ea typeface="Segoe UI"/>
                <a:cs typeface="Segoe UI"/>
              </a:defRPr>
            </a:pPr>
            <a:r>
              <a:rPr sz="1200" b="1" i="0">
                <a:solidFill>
                  <a:srgbClr val="854D0E"/>
                </a:solidFill>
                <a:latin typeface="Segoe UI"/>
                <a:ea typeface="Segoe UI"/>
                <a:cs typeface="Segoe UI"/>
              </a:rPr>
              <a:t>PHẦN I</a:t>
            </a:r>
          </a:p>
        </p:txBody>
      </p:sp>
      <p:sp>
        <p:nvSpPr>
          <p:cNvPr id="4" name="sec-3-head">
            <a:extLst xmlns:a="http://schemas.openxmlformats.org/drawingml/2006/main">
              <a:ext uri="{FF2B5EF4-FFF2-40B4-BE49-F238E27FC236}">
                <a16:creationId xmlns:a16="http://schemas.microsoft.com/office/drawing/2014/main" id="{631D1A0F-C357-412F-B2C0-9F22BF7E2CE0}"/>
              </a:ext>
            </a:extLst>
          </p:cNvPr>
          <p:cNvSpPr>
            <a:spLocks xmlns:a="http://schemas.openxmlformats.org/drawingml/2006/main" noGrp="1"/>
          </p:cNvSpPr>
          <p:nvPr/>
        </p:nvSpPr>
        <p:spPr>
          <a:xfrm xmlns:a="http://schemas.openxmlformats.org/drawingml/2006/main">
            <a:off x="1809750" y="3286125"/>
            <a:ext cx="857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buNone/>
              <a:defRPr sz="2700" b="1" i="0">
                <a:solidFill>
                  <a:srgbClr val="2D1976"/>
                </a:solidFill>
                <a:latin typeface="Segoe UI"/>
                <a:ea typeface="Segoe UI"/>
                <a:cs typeface="Segoe UI"/>
              </a:defRPr>
            </a:pPr>
            <a:r>
              <a:rPr sz="2700" b="1" i="0">
                <a:solidFill>
                  <a:srgbClr val="2D1976"/>
                </a:solidFill>
                <a:latin typeface="Segoe UI"/>
                <a:ea typeface="Segoe UI"/>
                <a:cs typeface="Segoe UI"/>
              </a:rPr>
              <a:t>TỔNG QUAN VÀ BỐI CẢNH ĐỀ TÀI</a:t>
            </a:r>
          </a:p>
        </p:txBody>
      </p:sp>
      <p:sp>
        <p:nvSpPr>
          <p:cNvPr id="5" name="sec-3-rule">
            <a:extLst xmlns:a="http://schemas.openxmlformats.org/drawingml/2006/main">
              <a:ext uri="{FF2B5EF4-FFF2-40B4-BE49-F238E27FC236}">
                <a16:creationId xmlns:a16="http://schemas.microsoft.com/office/drawing/2014/main" id="{BE02A98F-A4CF-46AF-BF0B-913B2A52B039}"/>
              </a:ext>
            </a:extLst>
          </p:cNvPr>
          <p:cNvSpPr>
            <a:spLocks xmlns:a="http://schemas.openxmlformats.org/drawingml/2006/main" noGrp="1"/>
          </p:cNvSpPr>
          <p:nvPr/>
        </p:nvSpPr>
        <p:spPr>
          <a:xfrm xmlns:a="http://schemas.openxmlformats.org/drawingml/2006/main">
            <a:off x="4191000" y="4476750"/>
            <a:ext cx="381000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Tree>
    <p:extLst>
      <p:ext uri="{BB962C8B-B14F-4D97-AF65-F5344CB8AC3E}">
        <p14:creationId xmlns:p14="http://schemas.microsoft.com/office/powerpoint/2010/main" val="83667376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3"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4">
            <a:extLst xmlns:a="http://schemas.openxmlformats.org/drawingml/2006/main">
              <a:ext uri="{FF2B5EF4-FFF2-40B4-BE49-F238E27FC236}">
                <a16:creationId xmlns:a16="http://schemas.microsoft.com/office/drawing/2014/main" id="{00C87269-ED9B-4B9F-B916-54256E7EB5A6}"/>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BỐI CẢNH THỰC TẾ</a:t>
            </a:r>
          </a:p>
        </p:txBody>
      </p:sp>
      <p:sp>
        <p:nvSpPr>
          <p:cNvPr id="3" name="title-4">
            <a:extLst xmlns:a="http://schemas.openxmlformats.org/drawingml/2006/main">
              <a:ext uri="{FF2B5EF4-FFF2-40B4-BE49-F238E27FC236}">
                <a16:creationId xmlns:a16="http://schemas.microsoft.com/office/drawing/2014/main" id="{FA0176EF-AB7E-41C4-9C6A-C5BE55A563EF}"/>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1800" b="1" i="0">
                <a:solidFill>
                  <a:srgbClr val="2D1976"/>
                </a:solidFill>
                <a:latin typeface="Segoe UI"/>
                <a:ea typeface="Segoe UI"/>
                <a:cs typeface="Segoe UI"/>
              </a:defRPr>
            </a:pPr>
            <a:r>
              <a:rPr sz="1800" b="1" i="0">
                <a:solidFill>
                  <a:srgbClr val="2D1976"/>
                </a:solidFill>
                <a:latin typeface="Segoe UI"/>
                <a:ea typeface="Segoe UI"/>
                <a:cs typeface="Segoe UI"/>
              </a:rPr>
              <a:t>THỰC TRẠNG VÀ RÀO CẢN CỦA NGƯỜI HỌC NGOẠI NGỮ</a:t>
            </a:r>
          </a:p>
        </p:txBody>
      </p:sp>
      <p:sp>
        <p:nvSpPr>
          <p:cNvPr id="4" name="rule-4">
            <a:extLst xmlns:a="http://schemas.openxmlformats.org/drawingml/2006/main">
              <a:ext uri="{FF2B5EF4-FFF2-40B4-BE49-F238E27FC236}">
                <a16:creationId xmlns:a16="http://schemas.microsoft.com/office/drawing/2014/main" id="{9533E154-4FE4-4F4D-B3C2-CDF24C326419}"/>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ch-card-0">
            <a:extLst xmlns:a="http://schemas.openxmlformats.org/drawingml/2006/main">
              <a:ext uri="{FF2B5EF4-FFF2-40B4-BE49-F238E27FC236}">
                <a16:creationId xmlns:a16="http://schemas.microsoft.com/office/drawing/2014/main" id="{E69D9517-1067-4B7D-A464-03B3492B1DA8}"/>
              </a:ext>
            </a:extLst>
          </p:cNvPr>
          <p:cNvSpPr>
            <a:spLocks xmlns:a="http://schemas.openxmlformats.org/drawingml/2006/main" noGrp="1"/>
          </p:cNvSpPr>
          <p:nvPr/>
        </p:nvSpPr>
        <p:spPr>
          <a:xfrm xmlns:a="http://schemas.openxmlformats.org/drawingml/2006/main">
            <a:off x="904875" y="2095500"/>
            <a:ext cx="59055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E2E8F0"/>
            </a:solidFill>
            <a:prstDash val="solid"/>
          </a:ln>
        </p:spPr>
      </p:sp>
      <p:sp>
        <p:nvSpPr>
          <p:cNvPr id="6" name="ch-badge-0">
            <a:extLst xmlns:a="http://schemas.openxmlformats.org/drawingml/2006/main">
              <a:ext uri="{FF2B5EF4-FFF2-40B4-BE49-F238E27FC236}">
                <a16:creationId xmlns:a16="http://schemas.microsoft.com/office/drawing/2014/main" id="{6664F693-CF52-4CBF-9CC6-9A163F85F6B3}"/>
              </a:ext>
            </a:extLst>
          </p:cNvPr>
          <p:cNvSpPr>
            <a:spLocks xmlns:a="http://schemas.openxmlformats.org/drawingml/2006/main" noGrp="1"/>
          </p:cNvSpPr>
          <p:nvPr/>
        </p:nvSpPr>
        <p:spPr>
          <a:xfrm xmlns:a="http://schemas.openxmlformats.org/drawingml/2006/main">
            <a:off x="1047750" y="2247900"/>
            <a:ext cx="342900" cy="34290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125" b="1" i="0">
                <a:solidFill>
                  <a:srgbClr val="4338CA"/>
                </a:solidFill>
                <a:latin typeface="Segoe UI"/>
                <a:ea typeface="Segoe UI"/>
                <a:cs typeface="Segoe UI"/>
              </a:defRPr>
            </a:pPr>
            <a:r>
              <a:rPr sz="1125" b="1" i="0">
                <a:solidFill>
                  <a:srgbClr val="4338CA"/>
                </a:solidFill>
                <a:latin typeface="Segoe UI"/>
                <a:ea typeface="Segoe UI"/>
                <a:cs typeface="Segoe UI"/>
              </a:rPr>
              <a:t>01</a:t>
            </a:r>
          </a:p>
        </p:txBody>
      </p:sp>
      <p:sp>
        <p:nvSpPr>
          <p:cNvPr id="7" name="ch-title-0">
            <a:extLst xmlns:a="http://schemas.openxmlformats.org/drawingml/2006/main">
              <a:ext uri="{FF2B5EF4-FFF2-40B4-BE49-F238E27FC236}">
                <a16:creationId xmlns:a16="http://schemas.microsoft.com/office/drawing/2014/main" id="{9EC32036-E666-48D3-ACA1-33221E647792}"/>
              </a:ext>
            </a:extLst>
          </p:cNvPr>
          <p:cNvSpPr>
            <a:spLocks xmlns:a="http://schemas.openxmlformats.org/drawingml/2006/main" noGrp="1"/>
          </p:cNvSpPr>
          <p:nvPr/>
        </p:nvSpPr>
        <p:spPr>
          <a:xfrm xmlns:a="http://schemas.openxmlformats.org/drawingml/2006/main">
            <a:off x="1476375"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8039"/>
          </a:bodyPr>
          <a:lstStyle xmlns:a="http://schemas.openxmlformats.org/drawingml/2006/main"/>
          <a:p xmlns:a="http://schemas.openxmlformats.org/drawingml/2006/main">
            <a:pPr algn="l">
              <a:buNone/>
              <a:defRPr sz="1275" b="1" i="0">
                <a:solidFill>
                  <a:srgbClr val="2D1976"/>
                </a:solidFill>
                <a:latin typeface="Segoe UI"/>
                <a:ea typeface="Segoe UI"/>
                <a:cs typeface="Segoe UI"/>
              </a:defRPr>
            </a:pPr>
            <a:r>
              <a:rPr sz="1275" b="1" i="0">
                <a:solidFill>
                  <a:srgbClr val="2D1976"/>
                </a:solidFill>
                <a:latin typeface="Segoe UI"/>
                <a:ea typeface="Segoe UI"/>
                <a:cs typeface="Segoe UI"/>
              </a:rPr>
              <a:t>Nhanh quên &amp; Ôn tập rời rạc</a:t>
            </a:r>
          </a:p>
        </p:txBody>
      </p:sp>
      <p:sp>
        <p:nvSpPr>
          <p:cNvPr id="8" name="ch-stat-0">
            <a:extLst xmlns:a="http://schemas.openxmlformats.org/drawingml/2006/main">
              <a:ext uri="{FF2B5EF4-FFF2-40B4-BE49-F238E27FC236}">
                <a16:creationId xmlns:a16="http://schemas.microsoft.com/office/drawing/2014/main" id="{C0E05E29-A79A-423D-8B01-59FD6AF7696F}"/>
              </a:ext>
            </a:extLst>
          </p:cNvPr>
          <p:cNvSpPr>
            <a:spLocks xmlns:a="http://schemas.openxmlformats.org/drawingml/2006/main" noGrp="1"/>
          </p:cNvSpPr>
          <p:nvPr/>
        </p:nvSpPr>
        <p:spPr>
          <a:xfrm xmlns:a="http://schemas.openxmlformats.org/drawingml/2006/main">
            <a:off x="4095750" y="2209800"/>
            <a:ext cx="25717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100% hay quên từ</a:t>
            </a:r>
          </a:p>
        </p:txBody>
      </p:sp>
      <p:sp>
        <p:nvSpPr>
          <p:cNvPr id="9" name="ch-desc-0">
            <a:extLst xmlns:a="http://schemas.openxmlformats.org/drawingml/2006/main">
              <a:ext uri="{FF2B5EF4-FFF2-40B4-BE49-F238E27FC236}">
                <a16:creationId xmlns:a16="http://schemas.microsoft.com/office/drawing/2014/main" id="{6A032959-5480-48CB-AB68-30C0B5D1EE9B}"/>
              </a:ext>
            </a:extLst>
          </p:cNvPr>
          <p:cNvSpPr>
            <a:spLocks xmlns:a="http://schemas.openxmlformats.org/drawingml/2006/main" noGrp="1"/>
          </p:cNvSpPr>
          <p:nvPr/>
        </p:nvSpPr>
        <p:spPr>
          <a:xfrm xmlns:a="http://schemas.openxmlformats.org/drawingml/2006/main">
            <a:off x="1476375" y="2524125"/>
            <a:ext cx="5191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75" b="0" i="0">
                <a:solidFill>
                  <a:srgbClr val="475569"/>
                </a:solidFill>
                <a:latin typeface="Segoe UI"/>
                <a:ea typeface="Segoe UI"/>
                <a:cs typeface="Segoe UI"/>
              </a:defRPr>
            </a:pPr>
            <a:r>
              <a:rPr sz="975" b="0" i="0">
                <a:solidFill>
                  <a:srgbClr val="475569"/>
                </a:solidFill>
                <a:latin typeface="Segoe UI"/>
                <a:ea typeface="Segoe UI"/>
                <a:cs typeface="Segoe UI"/>
              </a:rPr>
              <a:t>100% người học thừa nhận hay quên từ vựng; 80% kiến thức bị quên sau 24-48 giờ nếu thiếu phương pháp lặp lại ngắt quãng khoa học.</a:t>
            </a:r>
          </a:p>
        </p:txBody>
      </p:sp>
      <p:sp>
        <p:nvSpPr>
          <p:cNvPr id="10" name="ch-card-1">
            <a:extLst xmlns:a="http://schemas.openxmlformats.org/drawingml/2006/main">
              <a:ext uri="{FF2B5EF4-FFF2-40B4-BE49-F238E27FC236}">
                <a16:creationId xmlns:a16="http://schemas.microsoft.com/office/drawing/2014/main" id="{978110B0-9836-4712-AE9D-C9F7E5F712FF}"/>
              </a:ext>
            </a:extLst>
          </p:cNvPr>
          <p:cNvSpPr>
            <a:spLocks xmlns:a="http://schemas.openxmlformats.org/drawingml/2006/main" noGrp="1"/>
          </p:cNvSpPr>
          <p:nvPr/>
        </p:nvSpPr>
        <p:spPr>
          <a:xfrm xmlns:a="http://schemas.openxmlformats.org/drawingml/2006/main">
            <a:off x="904875" y="3219450"/>
            <a:ext cx="59055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E2E8F0"/>
            </a:solidFill>
            <a:prstDash val="solid"/>
          </a:ln>
        </p:spPr>
      </p:sp>
      <p:sp>
        <p:nvSpPr>
          <p:cNvPr id="11" name="ch-badge-1">
            <a:extLst xmlns:a="http://schemas.openxmlformats.org/drawingml/2006/main">
              <a:ext uri="{FF2B5EF4-FFF2-40B4-BE49-F238E27FC236}">
                <a16:creationId xmlns:a16="http://schemas.microsoft.com/office/drawing/2014/main" id="{FCA1ED37-F965-452D-B92D-AD95B41E04D0}"/>
              </a:ext>
            </a:extLst>
          </p:cNvPr>
          <p:cNvSpPr>
            <a:spLocks xmlns:a="http://schemas.openxmlformats.org/drawingml/2006/main" noGrp="1"/>
          </p:cNvSpPr>
          <p:nvPr/>
        </p:nvSpPr>
        <p:spPr>
          <a:xfrm xmlns:a="http://schemas.openxmlformats.org/drawingml/2006/main">
            <a:off x="1047750" y="3371850"/>
            <a:ext cx="342900" cy="34290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125" b="1" i="0">
                <a:solidFill>
                  <a:srgbClr val="4338CA"/>
                </a:solidFill>
                <a:latin typeface="Segoe UI"/>
                <a:ea typeface="Segoe UI"/>
                <a:cs typeface="Segoe UI"/>
              </a:defRPr>
            </a:pPr>
            <a:r>
              <a:rPr sz="1125" b="1" i="0">
                <a:solidFill>
                  <a:srgbClr val="4338CA"/>
                </a:solidFill>
                <a:latin typeface="Segoe UI"/>
                <a:ea typeface="Segoe UI"/>
                <a:cs typeface="Segoe UI"/>
              </a:rPr>
              <a:t>02</a:t>
            </a:r>
          </a:p>
        </p:txBody>
      </p:sp>
      <p:sp>
        <p:nvSpPr>
          <p:cNvPr id="12" name="ch-title-1">
            <a:extLst xmlns:a="http://schemas.openxmlformats.org/drawingml/2006/main">
              <a:ext uri="{FF2B5EF4-FFF2-40B4-BE49-F238E27FC236}">
                <a16:creationId xmlns:a16="http://schemas.microsoft.com/office/drawing/2014/main" id="{C685EF24-9B40-424D-A69E-02A43F08A39E}"/>
              </a:ext>
            </a:extLst>
          </p:cNvPr>
          <p:cNvSpPr>
            <a:spLocks xmlns:a="http://schemas.openxmlformats.org/drawingml/2006/main" noGrp="1"/>
          </p:cNvSpPr>
          <p:nvPr/>
        </p:nvSpPr>
        <p:spPr>
          <a:xfrm xmlns:a="http://schemas.openxmlformats.org/drawingml/2006/main">
            <a:off x="1476375" y="331470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8039"/>
          </a:bodyPr>
          <a:lstStyle xmlns:a="http://schemas.openxmlformats.org/drawingml/2006/main"/>
          <a:p xmlns:a="http://schemas.openxmlformats.org/drawingml/2006/main">
            <a:pPr algn="l">
              <a:buNone/>
              <a:defRPr sz="1275" b="1" i="0">
                <a:solidFill>
                  <a:srgbClr val="2D1976"/>
                </a:solidFill>
                <a:latin typeface="Segoe UI"/>
                <a:ea typeface="Segoe UI"/>
                <a:cs typeface="Segoe UI"/>
              </a:defRPr>
            </a:pPr>
            <a:r>
              <a:rPr sz="1275" b="1" i="0">
                <a:solidFill>
                  <a:srgbClr val="2D1976"/>
                </a:solidFill>
                <a:latin typeface="Segoe UI"/>
                <a:ea typeface="Segoe UI"/>
                <a:cs typeface="Segoe UI"/>
              </a:rPr>
              <a:t>Hạn chế phản hồi ngữ pháp</a:t>
            </a:r>
          </a:p>
        </p:txBody>
      </p:sp>
      <p:sp>
        <p:nvSpPr>
          <p:cNvPr id="13" name="ch-stat-1">
            <a:extLst xmlns:a="http://schemas.openxmlformats.org/drawingml/2006/main">
              <a:ext uri="{FF2B5EF4-FFF2-40B4-BE49-F238E27FC236}">
                <a16:creationId xmlns:a16="http://schemas.microsoft.com/office/drawing/2014/main" id="{0A996DC1-C0D8-4F1C-A50C-C37F96EEE7B9}"/>
              </a:ext>
            </a:extLst>
          </p:cNvPr>
          <p:cNvSpPr>
            <a:spLocks xmlns:a="http://schemas.openxmlformats.org/drawingml/2006/main" noGrp="1"/>
          </p:cNvSpPr>
          <p:nvPr/>
        </p:nvSpPr>
        <p:spPr>
          <a:xfrm xmlns:a="http://schemas.openxmlformats.org/drawingml/2006/main">
            <a:off x="4095750" y="3333750"/>
            <a:ext cx="2571750" cy="247650"/>
          </a:xfrm>
          <a:prstGeom xmlns:a="http://schemas.openxmlformats.org/drawingml/2006/main" prst="roundRect">
            <a:avLst>
              <a:gd name="adj" fmla="val 30769"/>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66.7% thiếu sửa lỗi</a:t>
            </a:r>
          </a:p>
        </p:txBody>
      </p:sp>
      <p:sp>
        <p:nvSpPr>
          <p:cNvPr id="14" name="ch-desc-1">
            <a:extLst xmlns:a="http://schemas.openxmlformats.org/drawingml/2006/main">
              <a:ext uri="{FF2B5EF4-FFF2-40B4-BE49-F238E27FC236}">
                <a16:creationId xmlns:a16="http://schemas.microsoft.com/office/drawing/2014/main" id="{91831CF5-B2AA-4B81-BA36-C304E32E29F6}"/>
              </a:ext>
            </a:extLst>
          </p:cNvPr>
          <p:cNvSpPr>
            <a:spLocks xmlns:a="http://schemas.openxmlformats.org/drawingml/2006/main" noGrp="1"/>
          </p:cNvSpPr>
          <p:nvPr/>
        </p:nvSpPr>
        <p:spPr>
          <a:xfrm xmlns:a="http://schemas.openxmlformats.org/drawingml/2006/main">
            <a:off x="1476375" y="3648075"/>
            <a:ext cx="5191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75" b="0" i="0">
                <a:solidFill>
                  <a:srgbClr val="475569"/>
                </a:solidFill>
                <a:latin typeface="Segoe UI"/>
                <a:ea typeface="Segoe UI"/>
                <a:cs typeface="Segoe UI"/>
              </a:defRPr>
            </a:pPr>
            <a:r>
              <a:rPr sz="975" b="0" i="0">
                <a:solidFill>
                  <a:srgbClr val="475569"/>
                </a:solidFill>
                <a:latin typeface="Segoe UI"/>
                <a:ea typeface="Segoe UI"/>
                <a:cs typeface="Segoe UI"/>
              </a:rPr>
              <a:t>66.7% người học cần công cụ phát hiện và giải thích chi tiết lỗi sai khi tự viết câu; phản hồi chậm hoặc không có dẫn chứng sửa lỗi cụ thể.</a:t>
            </a:r>
          </a:p>
        </p:txBody>
      </p:sp>
      <p:sp>
        <p:nvSpPr>
          <p:cNvPr id="15" name="ch-card-2">
            <a:extLst xmlns:a="http://schemas.openxmlformats.org/drawingml/2006/main">
              <a:ext uri="{FF2B5EF4-FFF2-40B4-BE49-F238E27FC236}">
                <a16:creationId xmlns:a16="http://schemas.microsoft.com/office/drawing/2014/main" id="{6C5181BF-536D-4715-BCAE-B88EDA572026}"/>
              </a:ext>
            </a:extLst>
          </p:cNvPr>
          <p:cNvSpPr>
            <a:spLocks xmlns:a="http://schemas.openxmlformats.org/drawingml/2006/main" noGrp="1"/>
          </p:cNvSpPr>
          <p:nvPr/>
        </p:nvSpPr>
        <p:spPr>
          <a:xfrm xmlns:a="http://schemas.openxmlformats.org/drawingml/2006/main">
            <a:off x="904875" y="4343400"/>
            <a:ext cx="59055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E2E8F0"/>
            </a:solidFill>
            <a:prstDash val="solid"/>
          </a:ln>
        </p:spPr>
      </p:sp>
      <p:sp>
        <p:nvSpPr>
          <p:cNvPr id="16" name="ch-badge-2">
            <a:extLst xmlns:a="http://schemas.openxmlformats.org/drawingml/2006/main">
              <a:ext uri="{FF2B5EF4-FFF2-40B4-BE49-F238E27FC236}">
                <a16:creationId xmlns:a16="http://schemas.microsoft.com/office/drawing/2014/main" id="{B423052D-457B-4A09-8E05-74C0A13D7615}"/>
              </a:ext>
            </a:extLst>
          </p:cNvPr>
          <p:cNvSpPr>
            <a:spLocks xmlns:a="http://schemas.openxmlformats.org/drawingml/2006/main" noGrp="1"/>
          </p:cNvSpPr>
          <p:nvPr/>
        </p:nvSpPr>
        <p:spPr>
          <a:xfrm xmlns:a="http://schemas.openxmlformats.org/drawingml/2006/main">
            <a:off x="1047750" y="4495800"/>
            <a:ext cx="342900" cy="34290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125" b="1" i="0">
                <a:solidFill>
                  <a:srgbClr val="4338CA"/>
                </a:solidFill>
                <a:latin typeface="Segoe UI"/>
                <a:ea typeface="Segoe UI"/>
                <a:cs typeface="Segoe UI"/>
              </a:defRPr>
            </a:pPr>
            <a:r>
              <a:rPr sz="1125" b="1" i="0">
                <a:solidFill>
                  <a:srgbClr val="4338CA"/>
                </a:solidFill>
                <a:latin typeface="Segoe UI"/>
                <a:ea typeface="Segoe UI"/>
                <a:cs typeface="Segoe UI"/>
              </a:rPr>
              <a:t>03</a:t>
            </a:r>
          </a:p>
        </p:txBody>
      </p:sp>
      <p:sp>
        <p:nvSpPr>
          <p:cNvPr id="17" name="ch-title-2">
            <a:extLst xmlns:a="http://schemas.openxmlformats.org/drawingml/2006/main">
              <a:ext uri="{FF2B5EF4-FFF2-40B4-BE49-F238E27FC236}">
                <a16:creationId xmlns:a16="http://schemas.microsoft.com/office/drawing/2014/main" id="{383E0745-2BFE-4265-B46B-2979D582B56B}"/>
              </a:ext>
            </a:extLst>
          </p:cNvPr>
          <p:cNvSpPr>
            <a:spLocks xmlns:a="http://schemas.openxmlformats.org/drawingml/2006/main" noGrp="1"/>
          </p:cNvSpPr>
          <p:nvPr/>
        </p:nvSpPr>
        <p:spPr>
          <a:xfrm xmlns:a="http://schemas.openxmlformats.org/drawingml/2006/main">
            <a:off x="1476375" y="44386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8039"/>
          </a:bodyPr>
          <a:lstStyle xmlns:a="http://schemas.openxmlformats.org/drawingml/2006/main"/>
          <a:p xmlns:a="http://schemas.openxmlformats.org/drawingml/2006/main">
            <a:pPr algn="l">
              <a:buNone/>
              <a:defRPr sz="1275" b="1" i="0">
                <a:solidFill>
                  <a:srgbClr val="2D1976"/>
                </a:solidFill>
                <a:latin typeface="Segoe UI"/>
                <a:ea typeface="Segoe UI"/>
                <a:cs typeface="Segoe UI"/>
              </a:defRPr>
            </a:pPr>
            <a:r>
              <a:rPr sz="1275" b="1" i="0">
                <a:solidFill>
                  <a:srgbClr val="2D1976"/>
                </a:solidFill>
                <a:latin typeface="Segoe UI"/>
                <a:ea typeface="Segoe UI"/>
                <a:cs typeface="Segoe UI"/>
              </a:rPr>
              <a:t>Thiếu duy trì động lực học tập</a:t>
            </a:r>
          </a:p>
        </p:txBody>
      </p:sp>
      <p:sp>
        <p:nvSpPr>
          <p:cNvPr id="18" name="ch-stat-2">
            <a:extLst xmlns:a="http://schemas.openxmlformats.org/drawingml/2006/main">
              <a:ext uri="{FF2B5EF4-FFF2-40B4-BE49-F238E27FC236}">
                <a16:creationId xmlns:a16="http://schemas.microsoft.com/office/drawing/2014/main" id="{198CA049-5808-40A5-A3A8-4C7FBBE31C8B}"/>
              </a:ext>
            </a:extLst>
          </p:cNvPr>
          <p:cNvSpPr>
            <a:spLocks xmlns:a="http://schemas.openxmlformats.org/drawingml/2006/main" noGrp="1"/>
          </p:cNvSpPr>
          <p:nvPr/>
        </p:nvSpPr>
        <p:spPr>
          <a:xfrm xmlns:a="http://schemas.openxmlformats.org/drawingml/2006/main">
            <a:off x="4095750" y="4457700"/>
            <a:ext cx="2571750" cy="247650"/>
          </a:xfrm>
          <a:prstGeom xmlns:a="http://schemas.openxmlformats.org/drawingml/2006/main" prst="roundRect">
            <a:avLst>
              <a:gd name="adj" fmla="val 30769"/>
            </a:avLst>
          </a:prstGeom>
          <a:solidFill xmlns:a="http://schemas.openxmlformats.org/drawingml/2006/main">
            <a:srgbClr val="FEF3C7"/>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92400E"/>
                </a:solidFill>
                <a:latin typeface="Segoe UI"/>
                <a:ea typeface="Segoe UI"/>
                <a:cs typeface="Segoe UI"/>
              </a:defRPr>
            </a:pPr>
            <a:r>
              <a:rPr sz="900" b="1" i="0">
                <a:solidFill>
                  <a:srgbClr val="92400E"/>
                </a:solidFill>
                <a:latin typeface="Segoe UI"/>
                <a:ea typeface="Segoe UI"/>
                <a:cs typeface="Segoe UI"/>
              </a:rPr>
              <a:t>86.7% dễ đứt gãy thói quen</a:t>
            </a:r>
          </a:p>
        </p:txBody>
      </p:sp>
      <p:sp>
        <p:nvSpPr>
          <p:cNvPr id="19" name="ch-desc-2">
            <a:extLst xmlns:a="http://schemas.openxmlformats.org/drawingml/2006/main">
              <a:ext uri="{FF2B5EF4-FFF2-40B4-BE49-F238E27FC236}">
                <a16:creationId xmlns:a16="http://schemas.microsoft.com/office/drawing/2014/main" id="{45B648F2-1C63-47EA-80A7-C7314111D95B}"/>
              </a:ext>
            </a:extLst>
          </p:cNvPr>
          <p:cNvSpPr>
            <a:spLocks xmlns:a="http://schemas.openxmlformats.org/drawingml/2006/main" noGrp="1"/>
          </p:cNvSpPr>
          <p:nvPr/>
        </p:nvSpPr>
        <p:spPr>
          <a:xfrm xmlns:a="http://schemas.openxmlformats.org/drawingml/2006/main">
            <a:off x="1476375" y="4772025"/>
            <a:ext cx="5191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75" b="0" i="0">
                <a:solidFill>
                  <a:srgbClr val="475569"/>
                </a:solidFill>
                <a:latin typeface="Segoe UI"/>
                <a:ea typeface="Segoe UI"/>
                <a:cs typeface="Segoe UI"/>
              </a:defRPr>
            </a:pPr>
            <a:r>
              <a:rPr sz="975" b="0" i="0">
                <a:solidFill>
                  <a:srgbClr val="475569"/>
                </a:solidFill>
                <a:latin typeface="Segoe UI"/>
                <a:ea typeface="Segoe UI"/>
                <a:cs typeface="Segoe UI"/>
              </a:rPr>
              <a:t>86.7% người học từng bỏ học hoặc học không đều do thiếu cơ chế theo dõi tiến độ trực quan, chuỗi ngày học (Streak) và bài học phân mảnh.</a:t>
            </a:r>
          </a:p>
        </p:txBody>
      </p:sp>
      <p:sp>
        <p:nvSpPr>
          <p:cNvPr id="20" name="slot-challenges-bg">
            <a:extLst xmlns:a="http://schemas.openxmlformats.org/drawingml/2006/main">
              <a:ext uri="{FF2B5EF4-FFF2-40B4-BE49-F238E27FC236}">
                <a16:creationId xmlns:a16="http://schemas.microsoft.com/office/drawing/2014/main" id="{05A2E536-EE16-49C4-A6D3-5255F2BBED4E}"/>
              </a:ext>
            </a:extLst>
          </p:cNvPr>
          <p:cNvSpPr>
            <a:spLocks xmlns:a="http://schemas.openxmlformats.org/drawingml/2006/main" noGrp="1"/>
          </p:cNvSpPr>
          <p:nvPr/>
        </p:nvSpPr>
        <p:spPr>
          <a:xfrm xmlns:a="http://schemas.openxmlformats.org/drawingml/2006/main">
            <a:off x="7000875" y="2095500"/>
            <a:ext cx="4286250" cy="3276600"/>
          </a:xfrm>
          <a:prstGeom xmlns:a="http://schemas.openxmlformats.org/drawingml/2006/main" prst="roundRect">
            <a:avLst>
              <a:gd name="adj" fmla="val 3488"/>
            </a:avLst>
          </a:prstGeom>
          <a:solidFill xmlns:a="http://schemas.openxmlformats.org/drawingml/2006/main">
            <a:srgbClr val="FFFFFF"/>
          </a:solidFill>
          <a:ln xmlns:a="http://schemas.openxmlformats.org/drawingml/2006/main" w="11430">
            <a:solidFill>
              <a:srgbClr val="DDD6FE"/>
            </a:solidFill>
            <a:prstDash val="solid"/>
          </a:ln>
        </p:spPr>
      </p:sp>
      <p:sp>
        <p:nvSpPr>
          <p:cNvPr id="21" name="slot-challenges-tag">
            <a:extLst xmlns:a="http://schemas.openxmlformats.org/drawingml/2006/main">
              <a:ext uri="{FF2B5EF4-FFF2-40B4-BE49-F238E27FC236}">
                <a16:creationId xmlns:a16="http://schemas.microsoft.com/office/drawing/2014/main" id="{702E31AE-1B93-4CAA-94D5-8874C8E62392}"/>
              </a:ext>
            </a:extLst>
          </p:cNvPr>
          <p:cNvSpPr>
            <a:spLocks xmlns:a="http://schemas.openxmlformats.org/drawingml/2006/main" noGrp="1"/>
          </p:cNvSpPr>
          <p:nvPr/>
        </p:nvSpPr>
        <p:spPr>
          <a:xfrm xmlns:a="http://schemas.openxmlformats.org/drawingml/2006/main">
            <a:off x="7115175" y="2152650"/>
            <a:ext cx="304800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3730A3"/>
                </a:solidFill>
                <a:latin typeface="Segoe UI"/>
                <a:ea typeface="Segoe UI"/>
                <a:cs typeface="Segoe UI"/>
              </a:defRPr>
            </a:pPr>
            <a:r>
              <a:rPr sz="825" b="1" i="0">
                <a:solidFill>
                  <a:srgbClr val="3730A3"/>
                </a:solidFill>
                <a:latin typeface="Segoe UI"/>
                <a:ea typeface="Segoe UI"/>
                <a:cs typeface="Segoe UI"/>
              </a:rPr>
              <a:t>THỐNG KÊ TẦN SUẤT QUÊN TỪ VỰNG</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ea261afb56984c95"/>
          <a:stretch xmlns:a="http://schemas.openxmlformats.org/drawingml/2006/main"/>
        </p:blipFill>
        <p:spPr>
          <a:xfrm xmlns:a="http://schemas.openxmlformats.org/drawingml/2006/main">
            <a:off x="7096125" y="2439421"/>
            <a:ext cx="4095750" cy="2779259"/>
          </a:xfrm>
          <a:prstGeom xmlns:a="http://schemas.openxmlformats.org/drawingml/2006/main" prst="rect">
            <a:avLst/>
          </a:prstGeom>
        </p:spPr>
      </p:pic>
    </p:spTree>
    <p:extLst>
      <p:ext uri="{BB962C8B-B14F-4D97-AF65-F5344CB8AC3E}">
        <p14:creationId xmlns:p14="http://schemas.microsoft.com/office/powerpoint/2010/main" val="135885624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6"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5">
            <a:extLst xmlns:a="http://schemas.openxmlformats.org/drawingml/2006/main">
              <a:ext uri="{FF2B5EF4-FFF2-40B4-BE49-F238E27FC236}">
                <a16:creationId xmlns:a16="http://schemas.microsoft.com/office/drawing/2014/main" id="{A4DD2E51-9C4B-45AC-92DD-C507CAC7050D}"/>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GIẢI PHÁP HỆ THỐNG</a:t>
            </a:r>
          </a:p>
        </p:txBody>
      </p:sp>
      <p:sp>
        <p:nvSpPr>
          <p:cNvPr id="3" name="title-5">
            <a:extLst xmlns:a="http://schemas.openxmlformats.org/drawingml/2006/main">
              <a:ext uri="{FF2B5EF4-FFF2-40B4-BE49-F238E27FC236}">
                <a16:creationId xmlns:a16="http://schemas.microsoft.com/office/drawing/2014/main" id="{D0F64866-D477-49E0-AF1D-86F91C0A027F}"/>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1800" b="1" i="0">
                <a:solidFill>
                  <a:srgbClr val="2D1976"/>
                </a:solidFill>
                <a:latin typeface="Segoe UI"/>
                <a:ea typeface="Segoe UI"/>
                <a:cs typeface="Segoe UI"/>
              </a:defRPr>
            </a:pPr>
            <a:r>
              <a:rPr sz="1800" b="1" i="0">
                <a:solidFill>
                  <a:srgbClr val="2D1976"/>
                </a:solidFill>
                <a:latin typeface="Segoe UI"/>
                <a:ea typeface="Segoe UI"/>
                <a:cs typeface="Segoe UI"/>
              </a:rPr>
              <a:t>PHÁT BIỂU BÀI TOÁN VÀ ĐỊNH VỊ GIẢI PHÁP LINGORA</a:t>
            </a:r>
          </a:p>
        </p:txBody>
      </p:sp>
      <p:sp>
        <p:nvSpPr>
          <p:cNvPr id="4" name="rule-5">
            <a:extLst xmlns:a="http://schemas.openxmlformats.org/drawingml/2006/main">
              <a:ext uri="{FF2B5EF4-FFF2-40B4-BE49-F238E27FC236}">
                <a16:creationId xmlns:a16="http://schemas.microsoft.com/office/drawing/2014/main" id="{3B244591-286F-4AD1-B47D-85C26C458962}"/>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prob-box-0">
            <a:extLst xmlns:a="http://schemas.openxmlformats.org/drawingml/2006/main">
              <a:ext uri="{FF2B5EF4-FFF2-40B4-BE49-F238E27FC236}">
                <a16:creationId xmlns:a16="http://schemas.microsoft.com/office/drawing/2014/main" id="{042295AA-E1B1-45E8-8EE8-96557F47BFA8}"/>
              </a:ext>
            </a:extLst>
          </p:cNvPr>
          <p:cNvSpPr>
            <a:spLocks xmlns:a="http://schemas.openxmlformats.org/drawingml/2006/main" noGrp="1"/>
          </p:cNvSpPr>
          <p:nvPr/>
        </p:nvSpPr>
        <p:spPr>
          <a:xfrm xmlns:a="http://schemas.openxmlformats.org/drawingml/2006/main">
            <a:off x="904875" y="2095500"/>
            <a:ext cx="4191000" cy="1028700"/>
          </a:xfrm>
          <a:prstGeom xmlns:a="http://schemas.openxmlformats.org/drawingml/2006/main" prst="roundRect">
            <a:avLst>
              <a:gd name="adj" fmla="val 11111"/>
            </a:avLst>
          </a:prstGeom>
          <a:solidFill xmlns:a="http://schemas.openxmlformats.org/drawingml/2006/main">
            <a:srgbClr val="F8FAFC"/>
          </a:solidFill>
          <a:ln xmlns:a="http://schemas.openxmlformats.org/drawingml/2006/main" w="11430">
            <a:solidFill>
              <a:srgbClr val="E2E8F0"/>
            </a:solidFill>
            <a:prstDash val="solid"/>
          </a:ln>
        </p:spPr>
      </p:sp>
      <p:sp>
        <p:nvSpPr>
          <p:cNvPr id="6" name="prob-tag-0">
            <a:extLst xmlns:a="http://schemas.openxmlformats.org/drawingml/2006/main">
              <a:ext uri="{FF2B5EF4-FFF2-40B4-BE49-F238E27FC236}">
                <a16:creationId xmlns:a16="http://schemas.microsoft.com/office/drawing/2014/main" id="{80ABDBDD-C6D9-4EE3-90FD-D9212E306667}"/>
              </a:ext>
            </a:extLst>
          </p:cNvPr>
          <p:cNvSpPr>
            <a:spLocks xmlns:a="http://schemas.openxmlformats.org/drawingml/2006/main" noGrp="1"/>
          </p:cNvSpPr>
          <p:nvPr/>
        </p:nvSpPr>
        <p:spPr>
          <a:xfrm xmlns:a="http://schemas.openxmlformats.org/drawingml/2006/main">
            <a:off x="1047750" y="2209800"/>
            <a:ext cx="857250" cy="228600"/>
          </a:xfrm>
          <a:prstGeom xmlns:a="http://schemas.openxmlformats.org/drawingml/2006/main" prst="roundRect">
            <a:avLst>
              <a:gd name="adj" fmla="val 33333"/>
            </a:avLst>
          </a:prstGeom>
          <a:solidFill xmlns:a="http://schemas.openxmlformats.org/drawingml/2006/main">
            <a:srgbClr val="FEE2E2"/>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825" b="1" i="0">
                <a:solidFill>
                  <a:srgbClr val="991B1B"/>
                </a:solidFill>
                <a:latin typeface="Segoe UI"/>
                <a:ea typeface="Segoe UI"/>
                <a:cs typeface="Segoe UI"/>
              </a:defRPr>
            </a:pPr>
            <a:r>
              <a:rPr sz="825" b="1" i="0">
                <a:solidFill>
                  <a:srgbClr val="991B1B"/>
                </a:solidFill>
                <a:latin typeface="Segoe UI"/>
                <a:ea typeface="Segoe UI"/>
                <a:cs typeface="Segoe UI"/>
              </a:rPr>
              <a:t>Vấn đề 1</a:t>
            </a:r>
          </a:p>
        </p:txBody>
      </p:sp>
      <p:sp>
        <p:nvSpPr>
          <p:cNvPr id="7" name="prob-txt-0">
            <a:extLst xmlns:a="http://schemas.openxmlformats.org/drawingml/2006/main">
              <a:ext uri="{FF2B5EF4-FFF2-40B4-BE49-F238E27FC236}">
                <a16:creationId xmlns:a16="http://schemas.microsoft.com/office/drawing/2014/main" id="{57A8CBA3-3997-4E86-8BDB-D3DCEF09ADE2}"/>
              </a:ext>
            </a:extLst>
          </p:cNvPr>
          <p:cNvSpPr>
            <a:spLocks xmlns:a="http://schemas.openxmlformats.org/drawingml/2006/main" noGrp="1"/>
          </p:cNvSpPr>
          <p:nvPr/>
        </p:nvSpPr>
        <p:spPr>
          <a:xfrm xmlns:a="http://schemas.openxmlformats.org/drawingml/2006/main">
            <a:off x="1047750" y="2495550"/>
            <a:ext cx="3905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50" b="1" i="0">
                <a:solidFill>
                  <a:srgbClr val="1E293B"/>
                </a:solidFill>
                <a:latin typeface="Segoe UI"/>
                <a:ea typeface="Segoe UI"/>
                <a:cs typeface="Segoe UI"/>
              </a:defRPr>
            </a:pPr>
            <a:r>
              <a:rPr sz="1050" b="1" i="0">
                <a:solidFill>
                  <a:srgbClr val="1E293B"/>
                </a:solidFill>
                <a:latin typeface="Segoe UI"/>
                <a:ea typeface="Segoe UI"/>
                <a:cs typeface="Segoe UI"/>
              </a:rPr>
              <a:t>Học vẹt, quên từ vựng nhanh chóng (100% người học gặp phải)</a:t>
            </a:r>
          </a:p>
        </p:txBody>
      </p:sp>
      <p:sp>
        <p:nvSpPr>
          <p:cNvPr id="8" name="prob-box-1">
            <a:extLst xmlns:a="http://schemas.openxmlformats.org/drawingml/2006/main">
              <a:ext uri="{FF2B5EF4-FFF2-40B4-BE49-F238E27FC236}">
                <a16:creationId xmlns:a16="http://schemas.microsoft.com/office/drawing/2014/main" id="{74CA6768-10D8-4923-90AF-BAF739BAE8EE}"/>
              </a:ext>
            </a:extLst>
          </p:cNvPr>
          <p:cNvSpPr>
            <a:spLocks xmlns:a="http://schemas.openxmlformats.org/drawingml/2006/main" noGrp="1"/>
          </p:cNvSpPr>
          <p:nvPr/>
        </p:nvSpPr>
        <p:spPr>
          <a:xfrm xmlns:a="http://schemas.openxmlformats.org/drawingml/2006/main">
            <a:off x="904875" y="3219450"/>
            <a:ext cx="4191000" cy="1028700"/>
          </a:xfrm>
          <a:prstGeom xmlns:a="http://schemas.openxmlformats.org/drawingml/2006/main" prst="roundRect">
            <a:avLst>
              <a:gd name="adj" fmla="val 11111"/>
            </a:avLst>
          </a:prstGeom>
          <a:solidFill xmlns:a="http://schemas.openxmlformats.org/drawingml/2006/main">
            <a:srgbClr val="F8FAFC"/>
          </a:solidFill>
          <a:ln xmlns:a="http://schemas.openxmlformats.org/drawingml/2006/main" w="11430">
            <a:solidFill>
              <a:srgbClr val="E2E8F0"/>
            </a:solidFill>
            <a:prstDash val="solid"/>
          </a:ln>
        </p:spPr>
      </p:sp>
      <p:sp>
        <p:nvSpPr>
          <p:cNvPr id="9" name="prob-tag-1">
            <a:extLst xmlns:a="http://schemas.openxmlformats.org/drawingml/2006/main">
              <a:ext uri="{FF2B5EF4-FFF2-40B4-BE49-F238E27FC236}">
                <a16:creationId xmlns:a16="http://schemas.microsoft.com/office/drawing/2014/main" id="{7414BA43-1A68-49EA-A164-90E6D6761B7E}"/>
              </a:ext>
            </a:extLst>
          </p:cNvPr>
          <p:cNvSpPr>
            <a:spLocks xmlns:a="http://schemas.openxmlformats.org/drawingml/2006/main" noGrp="1"/>
          </p:cNvSpPr>
          <p:nvPr/>
        </p:nvSpPr>
        <p:spPr>
          <a:xfrm xmlns:a="http://schemas.openxmlformats.org/drawingml/2006/main">
            <a:off x="1047750" y="3333750"/>
            <a:ext cx="857250" cy="228600"/>
          </a:xfrm>
          <a:prstGeom xmlns:a="http://schemas.openxmlformats.org/drawingml/2006/main" prst="roundRect">
            <a:avLst>
              <a:gd name="adj" fmla="val 33333"/>
            </a:avLst>
          </a:prstGeom>
          <a:solidFill xmlns:a="http://schemas.openxmlformats.org/drawingml/2006/main">
            <a:srgbClr val="FEE2E2"/>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825" b="1" i="0">
                <a:solidFill>
                  <a:srgbClr val="991B1B"/>
                </a:solidFill>
                <a:latin typeface="Segoe UI"/>
                <a:ea typeface="Segoe UI"/>
                <a:cs typeface="Segoe UI"/>
              </a:defRPr>
            </a:pPr>
            <a:r>
              <a:rPr sz="825" b="1" i="0">
                <a:solidFill>
                  <a:srgbClr val="991B1B"/>
                </a:solidFill>
                <a:latin typeface="Segoe UI"/>
                <a:ea typeface="Segoe UI"/>
                <a:cs typeface="Segoe UI"/>
              </a:rPr>
              <a:t>Vấn đề 2</a:t>
            </a:r>
          </a:p>
        </p:txBody>
      </p:sp>
      <p:sp>
        <p:nvSpPr>
          <p:cNvPr id="10" name="prob-txt-1">
            <a:extLst xmlns:a="http://schemas.openxmlformats.org/drawingml/2006/main">
              <a:ext uri="{FF2B5EF4-FFF2-40B4-BE49-F238E27FC236}">
                <a16:creationId xmlns:a16="http://schemas.microsoft.com/office/drawing/2014/main" id="{8AC2CCAE-890E-4E1B-95E9-16045A24A47F}"/>
              </a:ext>
            </a:extLst>
          </p:cNvPr>
          <p:cNvSpPr>
            <a:spLocks xmlns:a="http://schemas.openxmlformats.org/drawingml/2006/main" noGrp="1"/>
          </p:cNvSpPr>
          <p:nvPr/>
        </p:nvSpPr>
        <p:spPr>
          <a:xfrm xmlns:a="http://schemas.openxmlformats.org/drawingml/2006/main">
            <a:off x="1047750" y="3619500"/>
            <a:ext cx="3905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50" b="1" i="0">
                <a:solidFill>
                  <a:srgbClr val="1E293B"/>
                </a:solidFill>
                <a:latin typeface="Segoe UI"/>
                <a:ea typeface="Segoe UI"/>
                <a:cs typeface="Segoe UI"/>
              </a:defRPr>
            </a:pPr>
            <a:r>
              <a:rPr sz="1050" b="1" i="0">
                <a:solidFill>
                  <a:srgbClr val="1E293B"/>
                </a:solidFill>
                <a:latin typeface="Segoe UI"/>
                <a:ea typeface="Segoe UI"/>
                <a:cs typeface="Segoe UI"/>
              </a:rPr>
              <a:t>Viết sai ngữ pháp không được sửa lỗi kịp thời (66.7% có nhu cầu)</a:t>
            </a:r>
          </a:p>
        </p:txBody>
      </p:sp>
      <p:sp>
        <p:nvSpPr>
          <p:cNvPr id="11" name="prob-box-2">
            <a:extLst xmlns:a="http://schemas.openxmlformats.org/drawingml/2006/main">
              <a:ext uri="{FF2B5EF4-FFF2-40B4-BE49-F238E27FC236}">
                <a16:creationId xmlns:a16="http://schemas.microsoft.com/office/drawing/2014/main" id="{4AF15FA9-1BD8-4BC3-93A8-169C4E34C50A}"/>
              </a:ext>
            </a:extLst>
          </p:cNvPr>
          <p:cNvSpPr>
            <a:spLocks xmlns:a="http://schemas.openxmlformats.org/drawingml/2006/main" noGrp="1"/>
          </p:cNvSpPr>
          <p:nvPr/>
        </p:nvSpPr>
        <p:spPr>
          <a:xfrm xmlns:a="http://schemas.openxmlformats.org/drawingml/2006/main">
            <a:off x="904875" y="4343400"/>
            <a:ext cx="4191000" cy="1028700"/>
          </a:xfrm>
          <a:prstGeom xmlns:a="http://schemas.openxmlformats.org/drawingml/2006/main" prst="roundRect">
            <a:avLst>
              <a:gd name="adj" fmla="val 11111"/>
            </a:avLst>
          </a:prstGeom>
          <a:solidFill xmlns:a="http://schemas.openxmlformats.org/drawingml/2006/main">
            <a:srgbClr val="F8FAFC"/>
          </a:solidFill>
          <a:ln xmlns:a="http://schemas.openxmlformats.org/drawingml/2006/main" w="11430">
            <a:solidFill>
              <a:srgbClr val="E2E8F0"/>
            </a:solidFill>
            <a:prstDash val="solid"/>
          </a:ln>
        </p:spPr>
      </p:sp>
      <p:sp>
        <p:nvSpPr>
          <p:cNvPr id="12" name="prob-tag-2">
            <a:extLst xmlns:a="http://schemas.openxmlformats.org/drawingml/2006/main">
              <a:ext uri="{FF2B5EF4-FFF2-40B4-BE49-F238E27FC236}">
                <a16:creationId xmlns:a16="http://schemas.microsoft.com/office/drawing/2014/main" id="{03FB0FE7-8ADC-4A53-B7E0-7BE09D233B69}"/>
              </a:ext>
            </a:extLst>
          </p:cNvPr>
          <p:cNvSpPr>
            <a:spLocks xmlns:a="http://schemas.openxmlformats.org/drawingml/2006/main" noGrp="1"/>
          </p:cNvSpPr>
          <p:nvPr/>
        </p:nvSpPr>
        <p:spPr>
          <a:xfrm xmlns:a="http://schemas.openxmlformats.org/drawingml/2006/main">
            <a:off x="1047750" y="4457700"/>
            <a:ext cx="857250" cy="228600"/>
          </a:xfrm>
          <a:prstGeom xmlns:a="http://schemas.openxmlformats.org/drawingml/2006/main" prst="roundRect">
            <a:avLst>
              <a:gd name="adj" fmla="val 33333"/>
            </a:avLst>
          </a:prstGeom>
          <a:solidFill xmlns:a="http://schemas.openxmlformats.org/drawingml/2006/main">
            <a:srgbClr val="FEE2E2"/>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825" b="1" i="0">
                <a:solidFill>
                  <a:srgbClr val="991B1B"/>
                </a:solidFill>
                <a:latin typeface="Segoe UI"/>
                <a:ea typeface="Segoe UI"/>
                <a:cs typeface="Segoe UI"/>
              </a:defRPr>
            </a:pPr>
            <a:r>
              <a:rPr sz="825" b="1" i="0">
                <a:solidFill>
                  <a:srgbClr val="991B1B"/>
                </a:solidFill>
                <a:latin typeface="Segoe UI"/>
                <a:ea typeface="Segoe UI"/>
                <a:cs typeface="Segoe UI"/>
              </a:rPr>
              <a:t>Vấn đề 3</a:t>
            </a:r>
          </a:p>
        </p:txBody>
      </p:sp>
      <p:sp>
        <p:nvSpPr>
          <p:cNvPr id="13" name="prob-txt-2">
            <a:extLst xmlns:a="http://schemas.openxmlformats.org/drawingml/2006/main">
              <a:ext uri="{FF2B5EF4-FFF2-40B4-BE49-F238E27FC236}">
                <a16:creationId xmlns:a16="http://schemas.microsoft.com/office/drawing/2014/main" id="{C4D8DC9C-6FDA-428F-8DF3-1E4C24BFAEA2}"/>
              </a:ext>
            </a:extLst>
          </p:cNvPr>
          <p:cNvSpPr>
            <a:spLocks xmlns:a="http://schemas.openxmlformats.org/drawingml/2006/main" noGrp="1"/>
          </p:cNvSpPr>
          <p:nvPr/>
        </p:nvSpPr>
        <p:spPr>
          <a:xfrm xmlns:a="http://schemas.openxmlformats.org/drawingml/2006/main">
            <a:off x="1047750" y="4743450"/>
            <a:ext cx="3905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50" b="1" i="0">
                <a:solidFill>
                  <a:srgbClr val="1E293B"/>
                </a:solidFill>
                <a:latin typeface="Segoe UI"/>
                <a:ea typeface="Segoe UI"/>
                <a:cs typeface="Segoe UI"/>
              </a:defRPr>
            </a:pPr>
            <a:r>
              <a:rPr sz="1050" b="1" i="0">
                <a:solidFill>
                  <a:srgbClr val="1E293B"/>
                </a:solidFill>
                <a:latin typeface="Segoe UI"/>
                <a:ea typeface="Segoe UI"/>
                <a:cs typeface="Segoe UI"/>
              </a:rPr>
              <a:t>Mất động lực, học tập đứt quãng (86.7% từng bỏ cuộc)</a:t>
            </a:r>
          </a:p>
        </p:txBody>
      </p:sp>
      <p:sp>
        <p:nvSpPr>
          <p:cNvPr id="14" name="sol-box-0">
            <a:extLst xmlns:a="http://schemas.openxmlformats.org/drawingml/2006/main">
              <a:ext uri="{FF2B5EF4-FFF2-40B4-BE49-F238E27FC236}">
                <a16:creationId xmlns:a16="http://schemas.microsoft.com/office/drawing/2014/main" id="{A13D3BD3-13A6-4E62-A970-980FFA429DFD}"/>
              </a:ext>
            </a:extLst>
          </p:cNvPr>
          <p:cNvSpPr>
            <a:spLocks xmlns:a="http://schemas.openxmlformats.org/drawingml/2006/main" noGrp="1"/>
          </p:cNvSpPr>
          <p:nvPr/>
        </p:nvSpPr>
        <p:spPr>
          <a:xfrm xmlns:a="http://schemas.openxmlformats.org/drawingml/2006/main">
            <a:off x="5334000" y="2095500"/>
            <a:ext cx="5953125" cy="1028700"/>
          </a:xfrm>
          <a:prstGeom xmlns:a="http://schemas.openxmlformats.org/drawingml/2006/main" prst="roundRect">
            <a:avLst>
              <a:gd name="adj" fmla="val 11111"/>
            </a:avLst>
          </a:prstGeom>
          <a:solidFill xmlns:a="http://schemas.openxmlformats.org/drawingml/2006/main">
            <a:srgbClr val="F5F3FF"/>
          </a:solidFill>
          <a:ln xmlns:a="http://schemas.openxmlformats.org/drawingml/2006/main" w="11430">
            <a:solidFill>
              <a:srgbClr val="DDD6FE"/>
            </a:solidFill>
            <a:prstDash val="solid"/>
          </a:ln>
        </p:spPr>
      </p:sp>
      <p:sp>
        <p:nvSpPr>
          <p:cNvPr id="15" name="sol-tag-0">
            <a:extLst xmlns:a="http://schemas.openxmlformats.org/drawingml/2006/main">
              <a:ext uri="{FF2B5EF4-FFF2-40B4-BE49-F238E27FC236}">
                <a16:creationId xmlns:a16="http://schemas.microsoft.com/office/drawing/2014/main" id="{57C36A13-1D9E-4B40-B21D-042E0CB42D3E}"/>
              </a:ext>
            </a:extLst>
          </p:cNvPr>
          <p:cNvSpPr>
            <a:spLocks xmlns:a="http://schemas.openxmlformats.org/drawingml/2006/main" noGrp="1"/>
          </p:cNvSpPr>
          <p:nvPr/>
        </p:nvSpPr>
        <p:spPr>
          <a:xfrm xmlns:a="http://schemas.openxmlformats.org/drawingml/2006/main">
            <a:off x="5476875" y="2209800"/>
            <a:ext cx="904875" cy="228600"/>
          </a:xfrm>
          <a:prstGeom xmlns:a="http://schemas.openxmlformats.org/drawingml/2006/main" prst="roundRect">
            <a:avLst>
              <a:gd name="adj" fmla="val 33333"/>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825" b="1" i="0">
                <a:solidFill>
                  <a:srgbClr val="3730A3"/>
                </a:solidFill>
                <a:latin typeface="Segoe UI"/>
                <a:ea typeface="Segoe UI"/>
                <a:cs typeface="Segoe UI"/>
              </a:defRPr>
            </a:pPr>
            <a:r>
              <a:rPr sz="825" b="1" i="0">
                <a:solidFill>
                  <a:srgbClr val="3730A3"/>
                </a:solidFill>
                <a:latin typeface="Segoe UI"/>
                <a:ea typeface="Segoe UI"/>
                <a:cs typeface="Segoe UI"/>
              </a:rPr>
              <a:t>Giải pháp 1</a:t>
            </a:r>
          </a:p>
        </p:txBody>
      </p:sp>
      <p:sp>
        <p:nvSpPr>
          <p:cNvPr id="16" name="sol-head-0">
            <a:extLst xmlns:a="http://schemas.openxmlformats.org/drawingml/2006/main">
              <a:ext uri="{FF2B5EF4-FFF2-40B4-BE49-F238E27FC236}">
                <a16:creationId xmlns:a16="http://schemas.microsoft.com/office/drawing/2014/main" id="{8C17C979-47F8-4D8A-AC0D-1F1A14407B8D}"/>
              </a:ext>
            </a:extLst>
          </p:cNvPr>
          <p:cNvSpPr>
            <a:spLocks xmlns:a="http://schemas.openxmlformats.org/drawingml/2006/main" noGrp="1"/>
          </p:cNvSpPr>
          <p:nvPr/>
        </p:nvSpPr>
        <p:spPr>
          <a:xfrm xmlns:a="http://schemas.openxmlformats.org/drawingml/2006/main">
            <a:off x="6477000" y="219075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5984"/>
          </a:bodyPr>
          <a:lstStyle xmlns:a="http://schemas.openxmlformats.org/drawingml/2006/main"/>
          <a:p xmlns:a="http://schemas.openxmlformats.org/drawingml/2006/main">
            <a:pPr algn="l">
              <a:buNone/>
              <a:defRPr sz="1163" b="1" i="0">
                <a:solidFill>
                  <a:srgbClr val="2D1976"/>
                </a:solidFill>
                <a:latin typeface="Segoe UI"/>
                <a:ea typeface="Segoe UI"/>
                <a:cs typeface="Segoe UI"/>
              </a:defRPr>
            </a:pPr>
            <a:r>
              <a:rPr sz="1163" b="1" i="0">
                <a:solidFill>
                  <a:srgbClr val="2D1976"/>
                </a:solidFill>
                <a:latin typeface="Segoe UI"/>
                <a:ea typeface="Segoe UI"/>
                <a:cs typeface="Segoe UI"/>
              </a:rPr>
              <a:t>Khoa học Spaced Repetition (SRS)</a:t>
            </a:r>
          </a:p>
        </p:txBody>
      </p:sp>
      <p:sp>
        <p:nvSpPr>
          <p:cNvPr id="17" name="sol-desc-0">
            <a:extLst xmlns:a="http://schemas.openxmlformats.org/drawingml/2006/main">
              <a:ext uri="{FF2B5EF4-FFF2-40B4-BE49-F238E27FC236}">
                <a16:creationId xmlns:a16="http://schemas.microsoft.com/office/drawing/2014/main" id="{1B98A741-7B45-4A6B-BFDA-19D97F08833B}"/>
              </a:ext>
            </a:extLst>
          </p:cNvPr>
          <p:cNvSpPr>
            <a:spLocks xmlns:a="http://schemas.openxmlformats.org/drawingml/2006/main" noGrp="1"/>
          </p:cNvSpPr>
          <p:nvPr/>
        </p:nvSpPr>
        <p:spPr>
          <a:xfrm xmlns:a="http://schemas.openxmlformats.org/drawingml/2006/main">
            <a:off x="5476875" y="2514600"/>
            <a:ext cx="5667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75" b="0" i="0">
                <a:solidFill>
                  <a:srgbClr val="475569"/>
                </a:solidFill>
                <a:latin typeface="Segoe UI"/>
                <a:ea typeface="Segoe UI"/>
                <a:cs typeface="Segoe UI"/>
              </a:defRPr>
            </a:pPr>
            <a:r>
              <a:rPr sz="975" b="0" i="0">
                <a:solidFill>
                  <a:srgbClr val="475569"/>
                </a:solidFill>
                <a:latin typeface="Segoe UI"/>
                <a:ea typeface="Segoe UI"/>
                <a:cs typeface="Segoe UI"/>
              </a:rPr>
              <a:t>Lập lịch ôn tập ngắt quãng tự động hóa theo cấp độ nhớ, tính toán thời điểm ôn tập tối ưu SM-2.</a:t>
            </a:r>
          </a:p>
        </p:txBody>
      </p:sp>
      <p:sp>
        <p:nvSpPr>
          <p:cNvPr id="18" name="sol-box-1">
            <a:extLst xmlns:a="http://schemas.openxmlformats.org/drawingml/2006/main">
              <a:ext uri="{FF2B5EF4-FFF2-40B4-BE49-F238E27FC236}">
                <a16:creationId xmlns:a16="http://schemas.microsoft.com/office/drawing/2014/main" id="{E9A2F24E-8FF1-4F75-9159-22F2A92C2FCE}"/>
              </a:ext>
            </a:extLst>
          </p:cNvPr>
          <p:cNvSpPr>
            <a:spLocks xmlns:a="http://schemas.openxmlformats.org/drawingml/2006/main" noGrp="1"/>
          </p:cNvSpPr>
          <p:nvPr/>
        </p:nvSpPr>
        <p:spPr>
          <a:xfrm xmlns:a="http://schemas.openxmlformats.org/drawingml/2006/main">
            <a:off x="5334000" y="3219450"/>
            <a:ext cx="5953125" cy="1028700"/>
          </a:xfrm>
          <a:prstGeom xmlns:a="http://schemas.openxmlformats.org/drawingml/2006/main" prst="roundRect">
            <a:avLst>
              <a:gd name="adj" fmla="val 11111"/>
            </a:avLst>
          </a:prstGeom>
          <a:solidFill xmlns:a="http://schemas.openxmlformats.org/drawingml/2006/main">
            <a:srgbClr val="F5F3FF"/>
          </a:solidFill>
          <a:ln xmlns:a="http://schemas.openxmlformats.org/drawingml/2006/main" w="11430">
            <a:solidFill>
              <a:srgbClr val="DDD6FE"/>
            </a:solidFill>
            <a:prstDash val="solid"/>
          </a:ln>
        </p:spPr>
      </p:sp>
      <p:sp>
        <p:nvSpPr>
          <p:cNvPr id="19" name="sol-tag-1">
            <a:extLst xmlns:a="http://schemas.openxmlformats.org/drawingml/2006/main">
              <a:ext uri="{FF2B5EF4-FFF2-40B4-BE49-F238E27FC236}">
                <a16:creationId xmlns:a16="http://schemas.microsoft.com/office/drawing/2014/main" id="{1F924395-E075-4B99-A6C0-1ECA4E60480A}"/>
              </a:ext>
            </a:extLst>
          </p:cNvPr>
          <p:cNvSpPr>
            <a:spLocks xmlns:a="http://schemas.openxmlformats.org/drawingml/2006/main" noGrp="1"/>
          </p:cNvSpPr>
          <p:nvPr/>
        </p:nvSpPr>
        <p:spPr>
          <a:xfrm xmlns:a="http://schemas.openxmlformats.org/drawingml/2006/main">
            <a:off x="5476875" y="3333750"/>
            <a:ext cx="904875" cy="228600"/>
          </a:xfrm>
          <a:prstGeom xmlns:a="http://schemas.openxmlformats.org/drawingml/2006/main" prst="roundRect">
            <a:avLst>
              <a:gd name="adj" fmla="val 33333"/>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825" b="1" i="0">
                <a:solidFill>
                  <a:srgbClr val="0369A1"/>
                </a:solidFill>
                <a:latin typeface="Segoe UI"/>
                <a:ea typeface="Segoe UI"/>
                <a:cs typeface="Segoe UI"/>
              </a:defRPr>
            </a:pPr>
            <a:r>
              <a:rPr sz="825" b="1" i="0">
                <a:solidFill>
                  <a:srgbClr val="0369A1"/>
                </a:solidFill>
                <a:latin typeface="Segoe UI"/>
                <a:ea typeface="Segoe UI"/>
                <a:cs typeface="Segoe UI"/>
              </a:rPr>
              <a:t>Giải pháp 2</a:t>
            </a:r>
          </a:p>
        </p:txBody>
      </p:sp>
      <p:sp>
        <p:nvSpPr>
          <p:cNvPr id="20" name="sol-head-1">
            <a:extLst xmlns:a="http://schemas.openxmlformats.org/drawingml/2006/main">
              <a:ext uri="{FF2B5EF4-FFF2-40B4-BE49-F238E27FC236}">
                <a16:creationId xmlns:a16="http://schemas.microsoft.com/office/drawing/2014/main" id="{8A78F19C-9E96-4E23-9061-8E7E75394301}"/>
              </a:ext>
            </a:extLst>
          </p:cNvPr>
          <p:cNvSpPr>
            <a:spLocks xmlns:a="http://schemas.openxmlformats.org/drawingml/2006/main" noGrp="1"/>
          </p:cNvSpPr>
          <p:nvPr/>
        </p:nvSpPr>
        <p:spPr>
          <a:xfrm xmlns:a="http://schemas.openxmlformats.org/drawingml/2006/main">
            <a:off x="6477000" y="331470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5984"/>
          </a:bodyPr>
          <a:lstStyle xmlns:a="http://schemas.openxmlformats.org/drawingml/2006/main"/>
          <a:p xmlns:a="http://schemas.openxmlformats.org/drawingml/2006/main">
            <a:pPr algn="l">
              <a:buNone/>
              <a:defRPr sz="1163" b="1" i="0">
                <a:solidFill>
                  <a:srgbClr val="2D1976"/>
                </a:solidFill>
                <a:latin typeface="Segoe UI"/>
                <a:ea typeface="Segoe UI"/>
                <a:cs typeface="Segoe UI"/>
              </a:defRPr>
            </a:pPr>
            <a:r>
              <a:rPr sz="1163" b="1" i="0">
                <a:solidFill>
                  <a:srgbClr val="2D1976"/>
                </a:solidFill>
                <a:latin typeface="Segoe UI"/>
                <a:ea typeface="Segoe UI"/>
                <a:cs typeface="Segoe UI"/>
              </a:rPr>
              <a:t>Luyện viết theo tình huống thực tế</a:t>
            </a:r>
          </a:p>
        </p:txBody>
      </p:sp>
      <p:sp>
        <p:nvSpPr>
          <p:cNvPr id="21" name="sol-desc-1">
            <a:extLst xmlns:a="http://schemas.openxmlformats.org/drawingml/2006/main">
              <a:ext uri="{FF2B5EF4-FFF2-40B4-BE49-F238E27FC236}">
                <a16:creationId xmlns:a16="http://schemas.microsoft.com/office/drawing/2014/main" id="{7F0775B1-4D8B-4935-B6A2-B58DC0388294}"/>
              </a:ext>
            </a:extLst>
          </p:cNvPr>
          <p:cNvSpPr>
            <a:spLocks xmlns:a="http://schemas.openxmlformats.org/drawingml/2006/main" noGrp="1"/>
          </p:cNvSpPr>
          <p:nvPr/>
        </p:nvSpPr>
        <p:spPr>
          <a:xfrm xmlns:a="http://schemas.openxmlformats.org/drawingml/2006/main">
            <a:off x="5476875" y="3638550"/>
            <a:ext cx="5667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75" b="0" i="0">
                <a:solidFill>
                  <a:srgbClr val="475569"/>
                </a:solidFill>
                <a:latin typeface="Segoe UI"/>
                <a:ea typeface="Segoe UI"/>
                <a:cs typeface="Segoe UI"/>
              </a:defRPr>
            </a:pPr>
            <a:r>
              <a:rPr sz="975" b="0" i="0">
                <a:solidFill>
                  <a:srgbClr val="475569"/>
                </a:solidFill>
                <a:latin typeface="Segoe UI"/>
                <a:ea typeface="Segoe UI"/>
                <a:cs typeface="Segoe UI"/>
              </a:rPr>
              <a:t>Sửa lỗi ngữ pháp và gạch chân vị trí sai trực quan theo kịch bản giao tiếp tương tác.</a:t>
            </a:r>
          </a:p>
        </p:txBody>
      </p:sp>
      <p:sp>
        <p:nvSpPr>
          <p:cNvPr id="22" name="sol-box-2">
            <a:extLst xmlns:a="http://schemas.openxmlformats.org/drawingml/2006/main">
              <a:ext uri="{FF2B5EF4-FFF2-40B4-BE49-F238E27FC236}">
                <a16:creationId xmlns:a16="http://schemas.microsoft.com/office/drawing/2014/main" id="{C653175F-3B9A-46E5-BE01-EF410D8C2D30}"/>
              </a:ext>
            </a:extLst>
          </p:cNvPr>
          <p:cNvSpPr>
            <a:spLocks xmlns:a="http://schemas.openxmlformats.org/drawingml/2006/main" noGrp="1"/>
          </p:cNvSpPr>
          <p:nvPr/>
        </p:nvSpPr>
        <p:spPr>
          <a:xfrm xmlns:a="http://schemas.openxmlformats.org/drawingml/2006/main">
            <a:off x="5334000" y="4343400"/>
            <a:ext cx="5953125" cy="1028700"/>
          </a:xfrm>
          <a:prstGeom xmlns:a="http://schemas.openxmlformats.org/drawingml/2006/main" prst="roundRect">
            <a:avLst>
              <a:gd name="adj" fmla="val 11111"/>
            </a:avLst>
          </a:prstGeom>
          <a:solidFill xmlns:a="http://schemas.openxmlformats.org/drawingml/2006/main">
            <a:srgbClr val="F5F3FF"/>
          </a:solidFill>
          <a:ln xmlns:a="http://schemas.openxmlformats.org/drawingml/2006/main" w="11430">
            <a:solidFill>
              <a:srgbClr val="DDD6FE"/>
            </a:solidFill>
            <a:prstDash val="solid"/>
          </a:ln>
        </p:spPr>
      </p:sp>
      <p:sp>
        <p:nvSpPr>
          <p:cNvPr id="23" name="sol-tag-2">
            <a:extLst xmlns:a="http://schemas.openxmlformats.org/drawingml/2006/main">
              <a:ext uri="{FF2B5EF4-FFF2-40B4-BE49-F238E27FC236}">
                <a16:creationId xmlns:a16="http://schemas.microsoft.com/office/drawing/2014/main" id="{F8CF23DF-4AE4-4BC3-86F7-3115E8D9A2EF}"/>
              </a:ext>
            </a:extLst>
          </p:cNvPr>
          <p:cNvSpPr>
            <a:spLocks xmlns:a="http://schemas.openxmlformats.org/drawingml/2006/main" noGrp="1"/>
          </p:cNvSpPr>
          <p:nvPr/>
        </p:nvSpPr>
        <p:spPr>
          <a:xfrm xmlns:a="http://schemas.openxmlformats.org/drawingml/2006/main">
            <a:off x="5476875" y="4457700"/>
            <a:ext cx="904875" cy="228600"/>
          </a:xfrm>
          <a:prstGeom xmlns:a="http://schemas.openxmlformats.org/drawingml/2006/main" prst="roundRect">
            <a:avLst>
              <a:gd name="adj" fmla="val 33333"/>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825" b="1" i="0">
                <a:solidFill>
                  <a:srgbClr val="15803D"/>
                </a:solidFill>
                <a:latin typeface="Segoe UI"/>
                <a:ea typeface="Segoe UI"/>
                <a:cs typeface="Segoe UI"/>
              </a:defRPr>
            </a:pPr>
            <a:r>
              <a:rPr sz="825" b="1" i="0">
                <a:solidFill>
                  <a:srgbClr val="15803D"/>
                </a:solidFill>
                <a:latin typeface="Segoe UI"/>
                <a:ea typeface="Segoe UI"/>
                <a:cs typeface="Segoe UI"/>
              </a:rPr>
              <a:t>Giải pháp 3</a:t>
            </a:r>
          </a:p>
        </p:txBody>
      </p:sp>
      <p:sp>
        <p:nvSpPr>
          <p:cNvPr id="24" name="sol-head-2">
            <a:extLst xmlns:a="http://schemas.openxmlformats.org/drawingml/2006/main">
              <a:ext uri="{FF2B5EF4-FFF2-40B4-BE49-F238E27FC236}">
                <a16:creationId xmlns:a16="http://schemas.microsoft.com/office/drawing/2014/main" id="{AC21F999-E272-4304-BE0A-3032AA4BDA78}"/>
              </a:ext>
            </a:extLst>
          </p:cNvPr>
          <p:cNvSpPr>
            <a:spLocks xmlns:a="http://schemas.openxmlformats.org/drawingml/2006/main" noGrp="1"/>
          </p:cNvSpPr>
          <p:nvPr/>
        </p:nvSpPr>
        <p:spPr>
          <a:xfrm xmlns:a="http://schemas.openxmlformats.org/drawingml/2006/main">
            <a:off x="6477000" y="443865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5984"/>
          </a:bodyPr>
          <a:lstStyle xmlns:a="http://schemas.openxmlformats.org/drawingml/2006/main"/>
          <a:p xmlns:a="http://schemas.openxmlformats.org/drawingml/2006/main">
            <a:pPr algn="l">
              <a:buNone/>
              <a:defRPr sz="1163" b="1" i="0">
                <a:solidFill>
                  <a:srgbClr val="2D1976"/>
                </a:solidFill>
                <a:latin typeface="Segoe UI"/>
                <a:ea typeface="Segoe UI"/>
                <a:cs typeface="Segoe UI"/>
              </a:defRPr>
            </a:pPr>
            <a:r>
              <a:rPr sz="1163" b="1" i="0">
                <a:solidFill>
                  <a:srgbClr val="2D1976"/>
                </a:solidFill>
                <a:latin typeface="Segoe UI"/>
                <a:ea typeface="Segoe UI"/>
                <a:cs typeface="Segoe UI"/>
              </a:rPr>
              <a:t>Cá nhân hóa tiến độ, Streak &amp; Nhắc nhở</a:t>
            </a:r>
          </a:p>
        </p:txBody>
      </p:sp>
      <p:sp>
        <p:nvSpPr>
          <p:cNvPr id="25" name="sol-desc-2">
            <a:extLst xmlns:a="http://schemas.openxmlformats.org/drawingml/2006/main">
              <a:ext uri="{FF2B5EF4-FFF2-40B4-BE49-F238E27FC236}">
                <a16:creationId xmlns:a16="http://schemas.microsoft.com/office/drawing/2014/main" id="{357B77B6-C046-4BEB-8D49-E8CAA523786F}"/>
              </a:ext>
            </a:extLst>
          </p:cNvPr>
          <p:cNvSpPr>
            <a:spLocks xmlns:a="http://schemas.openxmlformats.org/drawingml/2006/main" noGrp="1"/>
          </p:cNvSpPr>
          <p:nvPr/>
        </p:nvSpPr>
        <p:spPr>
          <a:xfrm xmlns:a="http://schemas.openxmlformats.org/drawingml/2006/main">
            <a:off x="5476875" y="4762500"/>
            <a:ext cx="5667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75" b="0" i="0">
                <a:solidFill>
                  <a:srgbClr val="475569"/>
                </a:solidFill>
                <a:latin typeface="Segoe UI"/>
                <a:ea typeface="Segoe UI"/>
                <a:cs typeface="Segoe UI"/>
              </a:defRPr>
            </a:pPr>
            <a:r>
              <a:rPr sz="975" b="0" i="0">
                <a:solidFill>
                  <a:srgbClr val="475569"/>
                </a:solidFill>
                <a:latin typeface="Segoe UI"/>
                <a:ea typeface="Segoe UI"/>
                <a:cs typeface="Segoe UI"/>
              </a:rPr>
              <a:t>Hệ thống bài tập tương tác tức thì, theo dõi chuỗi ngày học và nhắc nhở học tập trong ứng dụng.</a:t>
            </a:r>
          </a:p>
        </p:txBody>
      </p:sp>
    </p:spTree>
    <p:extLst>
      <p:ext uri="{BB962C8B-B14F-4D97-AF65-F5344CB8AC3E}">
        <p14:creationId xmlns:p14="http://schemas.microsoft.com/office/powerpoint/2010/main" val="69821044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sec-6-card">
            <a:extLst xmlns:a="http://schemas.openxmlformats.org/drawingml/2006/main">
              <a:ext uri="{FF2B5EF4-FFF2-40B4-BE49-F238E27FC236}">
                <a16:creationId xmlns:a16="http://schemas.microsoft.com/office/drawing/2014/main" id="{55C78EEE-9D7E-4416-9375-6564D2E66561}"/>
              </a:ext>
            </a:extLst>
          </p:cNvPr>
          <p:cNvSpPr>
            <a:spLocks xmlns:a="http://schemas.openxmlformats.org/drawingml/2006/main" noGrp="1"/>
          </p:cNvSpPr>
          <p:nvPr/>
        </p:nvSpPr>
        <p:spPr>
          <a:xfrm xmlns:a="http://schemas.openxmlformats.org/drawingml/2006/main">
            <a:off x="1524000" y="2190750"/>
            <a:ext cx="9144000" cy="3048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17145">
            <a:solidFill>
              <a:srgbClr val="DDD6FE"/>
            </a:solidFill>
            <a:prstDash val="solid"/>
          </a:ln>
        </p:spPr>
      </p:sp>
      <p:sp>
        <p:nvSpPr>
          <p:cNvPr id="3" name="sec-6-badge">
            <a:extLst xmlns:a="http://schemas.openxmlformats.org/drawingml/2006/main">
              <a:ext uri="{FF2B5EF4-FFF2-40B4-BE49-F238E27FC236}">
                <a16:creationId xmlns:a16="http://schemas.microsoft.com/office/drawing/2014/main" id="{2E2E4C76-2819-4214-9CC4-6E447FF774D0}"/>
              </a:ext>
            </a:extLst>
          </p:cNvPr>
          <p:cNvSpPr>
            <a:spLocks xmlns:a="http://schemas.openxmlformats.org/drawingml/2006/main" noGrp="1"/>
          </p:cNvSpPr>
          <p:nvPr/>
        </p:nvSpPr>
        <p:spPr>
          <a:xfrm xmlns:a="http://schemas.openxmlformats.org/drawingml/2006/main">
            <a:off x="5143500" y="2619375"/>
            <a:ext cx="1905000" cy="381000"/>
          </a:xfrm>
          <a:prstGeom xmlns:a="http://schemas.openxmlformats.org/drawingml/2006/main" prst="roundRect">
            <a:avLst>
              <a:gd name="adj" fmla="val 20000"/>
            </a:avLst>
          </a:prstGeom>
          <a:solidFill xmlns:a="http://schemas.openxmlformats.org/drawingml/2006/main">
            <a:srgbClr val="FEF9C3"/>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200" b="1" i="0">
                <a:solidFill>
                  <a:srgbClr val="854D0E"/>
                </a:solidFill>
                <a:latin typeface="Segoe UI"/>
                <a:ea typeface="Segoe UI"/>
                <a:cs typeface="Segoe UI"/>
              </a:defRPr>
            </a:pPr>
            <a:r>
              <a:rPr sz="1200" b="1" i="0">
                <a:solidFill>
                  <a:srgbClr val="854D0E"/>
                </a:solidFill>
                <a:latin typeface="Segoe UI"/>
                <a:ea typeface="Segoe UI"/>
                <a:cs typeface="Segoe UI"/>
              </a:rPr>
              <a:t>PHẦN II</a:t>
            </a:r>
          </a:p>
        </p:txBody>
      </p:sp>
      <p:sp>
        <p:nvSpPr>
          <p:cNvPr id="4" name="sec-6-head">
            <a:extLst xmlns:a="http://schemas.openxmlformats.org/drawingml/2006/main">
              <a:ext uri="{FF2B5EF4-FFF2-40B4-BE49-F238E27FC236}">
                <a16:creationId xmlns:a16="http://schemas.microsoft.com/office/drawing/2014/main" id="{B519D248-DD97-46C9-BA0D-986D37F8CE99}"/>
              </a:ext>
            </a:extLst>
          </p:cNvPr>
          <p:cNvSpPr>
            <a:spLocks xmlns:a="http://schemas.openxmlformats.org/drawingml/2006/main" noGrp="1"/>
          </p:cNvSpPr>
          <p:nvPr/>
        </p:nvSpPr>
        <p:spPr>
          <a:xfrm xmlns:a="http://schemas.openxmlformats.org/drawingml/2006/main">
            <a:off x="1809750" y="3286125"/>
            <a:ext cx="857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buNone/>
              <a:defRPr sz="2700" b="1" i="0">
                <a:solidFill>
                  <a:srgbClr val="2D1976"/>
                </a:solidFill>
                <a:latin typeface="Segoe UI"/>
                <a:ea typeface="Segoe UI"/>
                <a:cs typeface="Segoe UI"/>
              </a:defRPr>
            </a:pPr>
            <a:r>
              <a:rPr sz="2700" b="1" i="0">
                <a:solidFill>
                  <a:srgbClr val="2D1976"/>
                </a:solidFill>
                <a:latin typeface="Segoe UI"/>
                <a:ea typeface="Segoe UI"/>
                <a:cs typeface="Segoe UI"/>
              </a:rPr>
              <a:t>KHẢO SÁT VÀ ĐỐI SÁNH THỰC TẾ</a:t>
            </a:r>
          </a:p>
        </p:txBody>
      </p:sp>
      <p:sp>
        <p:nvSpPr>
          <p:cNvPr id="5" name="sec-6-rule">
            <a:extLst xmlns:a="http://schemas.openxmlformats.org/drawingml/2006/main">
              <a:ext uri="{FF2B5EF4-FFF2-40B4-BE49-F238E27FC236}">
                <a16:creationId xmlns:a16="http://schemas.microsoft.com/office/drawing/2014/main" id="{3AC4E764-E4DB-451E-9A6A-1F70DEC4911F}"/>
              </a:ext>
            </a:extLst>
          </p:cNvPr>
          <p:cNvSpPr>
            <a:spLocks xmlns:a="http://schemas.openxmlformats.org/drawingml/2006/main" noGrp="1"/>
          </p:cNvSpPr>
          <p:nvPr/>
        </p:nvSpPr>
        <p:spPr>
          <a:xfrm xmlns:a="http://schemas.openxmlformats.org/drawingml/2006/main">
            <a:off x="4191000" y="4476750"/>
            <a:ext cx="381000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Tree>
    <p:extLst>
      <p:ext uri="{BB962C8B-B14F-4D97-AF65-F5344CB8AC3E}">
        <p14:creationId xmlns:p14="http://schemas.microsoft.com/office/powerpoint/2010/main" val="180393654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5"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7">
            <a:extLst xmlns:a="http://schemas.openxmlformats.org/drawingml/2006/main">
              <a:ext uri="{FF2B5EF4-FFF2-40B4-BE49-F238E27FC236}">
                <a16:creationId xmlns:a16="http://schemas.microsoft.com/office/drawing/2014/main" id="{CBD0A347-85DA-44AE-A9F5-4091DFF21714}"/>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DỮ LIỆU THỰC CHỨNG &amp; THỐNG KÊ NHU CẦU</a:t>
            </a:r>
          </a:p>
        </p:txBody>
      </p:sp>
      <p:sp>
        <p:nvSpPr>
          <p:cNvPr id="3" name="title-7">
            <a:extLst xmlns:a="http://schemas.openxmlformats.org/drawingml/2006/main">
              <a:ext uri="{FF2B5EF4-FFF2-40B4-BE49-F238E27FC236}">
                <a16:creationId xmlns:a16="http://schemas.microsoft.com/office/drawing/2014/main" id="{6BD031A2-7345-44C9-8F68-E4D0CBCB7B89}"/>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1800" b="1" i="0">
                <a:solidFill>
                  <a:srgbClr val="2D1976"/>
                </a:solidFill>
                <a:latin typeface="Segoe UI"/>
                <a:ea typeface="Segoe UI"/>
                <a:cs typeface="Segoe UI"/>
              </a:defRPr>
            </a:pPr>
            <a:r>
              <a:rPr sz="1800" b="1" i="0">
                <a:solidFill>
                  <a:srgbClr val="2D1976"/>
                </a:solidFill>
                <a:latin typeface="Segoe UI"/>
                <a:ea typeface="Segoe UI"/>
                <a:cs typeface="Segoe UI"/>
              </a:rPr>
              <a:t>KẾT QUẢ KHẢO SÁT THỰC TẾ VÀ PHỎNG VẤN NGƯỜI DÙNG</a:t>
            </a:r>
          </a:p>
        </p:txBody>
      </p:sp>
      <p:sp>
        <p:nvSpPr>
          <p:cNvPr id="4" name="rule-7">
            <a:extLst xmlns:a="http://schemas.openxmlformats.org/drawingml/2006/main">
              <a:ext uri="{FF2B5EF4-FFF2-40B4-BE49-F238E27FC236}">
                <a16:creationId xmlns:a16="http://schemas.microsoft.com/office/drawing/2014/main" id="{73ABF671-7165-4E3D-9152-850939B3B74B}"/>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int-left-bg">
            <a:extLst xmlns:a="http://schemas.openxmlformats.org/drawingml/2006/main">
              <a:ext uri="{FF2B5EF4-FFF2-40B4-BE49-F238E27FC236}">
                <a16:creationId xmlns:a16="http://schemas.microsoft.com/office/drawing/2014/main" id="{CB60917E-317C-4443-A0C7-4AE3B88CF7A4}"/>
              </a:ext>
            </a:extLst>
          </p:cNvPr>
          <p:cNvSpPr>
            <a:spLocks xmlns:a="http://schemas.openxmlformats.org/drawingml/2006/main" noGrp="1"/>
          </p:cNvSpPr>
          <p:nvPr/>
        </p:nvSpPr>
        <p:spPr>
          <a:xfrm xmlns:a="http://schemas.openxmlformats.org/drawingml/2006/main">
            <a:off x="904875" y="2047875"/>
            <a:ext cx="5095875" cy="34290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11430">
            <a:solidFill>
              <a:srgbClr val="E2E8F0"/>
            </a:solidFill>
            <a:prstDash val="solid"/>
          </a:ln>
        </p:spPr>
      </p:sp>
      <p:sp>
        <p:nvSpPr>
          <p:cNvPr id="6" name="int-tag-1">
            <a:extLst xmlns:a="http://schemas.openxmlformats.org/drawingml/2006/main">
              <a:ext uri="{FF2B5EF4-FFF2-40B4-BE49-F238E27FC236}">
                <a16:creationId xmlns:a16="http://schemas.microsoft.com/office/drawing/2014/main" id="{67CCAE08-73DD-4FBC-A256-6EB265CCCCDF}"/>
              </a:ext>
            </a:extLst>
          </p:cNvPr>
          <p:cNvSpPr>
            <a:spLocks xmlns:a="http://schemas.openxmlformats.org/drawingml/2006/main" noGrp="1"/>
          </p:cNvSpPr>
          <p:nvPr/>
        </p:nvSpPr>
        <p:spPr>
          <a:xfrm xmlns:a="http://schemas.openxmlformats.org/drawingml/2006/main">
            <a:off x="1095375" y="2171700"/>
            <a:ext cx="31432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KHẢO SÁT DIỆN RỘNG (THỐNG KÊ THỰC TẾ)</a:t>
            </a:r>
          </a:p>
        </p:txBody>
      </p:sp>
      <p:sp>
        <p:nvSpPr>
          <p:cNvPr id="7" name="sv-card-0">
            <a:extLst xmlns:a="http://schemas.openxmlformats.org/drawingml/2006/main">
              <a:ext uri="{FF2B5EF4-FFF2-40B4-BE49-F238E27FC236}">
                <a16:creationId xmlns:a16="http://schemas.microsoft.com/office/drawing/2014/main" id="{D53FF4B4-04B8-483B-B659-1D77F7691333}"/>
              </a:ext>
            </a:extLst>
          </p:cNvPr>
          <p:cNvSpPr>
            <a:spLocks xmlns:a="http://schemas.openxmlformats.org/drawingml/2006/main" noGrp="1"/>
          </p:cNvSpPr>
          <p:nvPr/>
        </p:nvSpPr>
        <p:spPr>
          <a:xfrm xmlns:a="http://schemas.openxmlformats.org/drawingml/2006/main">
            <a:off x="1095375" y="2514600"/>
            <a:ext cx="4714875"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2E8F0"/>
            </a:solidFill>
            <a:prstDash val="solid"/>
          </a:ln>
        </p:spPr>
      </p:sp>
      <p:sp>
        <p:nvSpPr>
          <p:cNvPr id="8" name="sv-txt-0">
            <a:extLst xmlns:a="http://schemas.openxmlformats.org/drawingml/2006/main">
              <a:ext uri="{FF2B5EF4-FFF2-40B4-BE49-F238E27FC236}">
                <a16:creationId xmlns:a16="http://schemas.microsoft.com/office/drawing/2014/main" id="{0D891DA7-0F99-488E-A0A9-10780774E759}"/>
              </a:ext>
            </a:extLst>
          </p:cNvPr>
          <p:cNvSpPr>
            <a:spLocks xmlns:a="http://schemas.openxmlformats.org/drawingml/2006/main" noGrp="1"/>
          </p:cNvSpPr>
          <p:nvPr/>
        </p:nvSpPr>
        <p:spPr>
          <a:xfrm xmlns:a="http://schemas.openxmlformats.org/drawingml/2006/main">
            <a:off x="1190625" y="2552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4103"/>
          </a:bodyPr>
          <a:lstStyle xmlns:a="http://schemas.openxmlformats.org/drawingml/2006/main"/>
          <a:p xmlns:a="http://schemas.openxmlformats.org/drawingml/2006/main">
            <a:pPr algn="l">
              <a:buNone/>
              <a:defRPr sz="975" b="1" i="0">
                <a:solidFill>
                  <a:srgbClr val="1E293B"/>
                </a:solidFill>
                <a:latin typeface="Segoe UI"/>
                <a:ea typeface="Segoe UI"/>
                <a:cs typeface="Segoe UI"/>
              </a:defRPr>
            </a:pPr>
            <a:r>
              <a:rPr sz="975" b="1" i="0">
                <a:solidFill>
                  <a:srgbClr val="1E293B"/>
                </a:solidFill>
                <a:latin typeface="Segoe UI"/>
                <a:ea typeface="Segoe UI"/>
                <a:cs typeface="Segoe UI"/>
              </a:rPr>
              <a:t>Gặp tình trạng hay quên từ vựng</a:t>
            </a:r>
          </a:p>
        </p:txBody>
      </p:sp>
      <p:sp>
        <p:nvSpPr>
          <p:cNvPr id="9" name="sv-p-0">
            <a:extLst xmlns:a="http://schemas.openxmlformats.org/drawingml/2006/main">
              <a:ext uri="{FF2B5EF4-FFF2-40B4-BE49-F238E27FC236}">
                <a16:creationId xmlns:a16="http://schemas.microsoft.com/office/drawing/2014/main" id="{A08D7D9E-9F00-4523-811C-AFAF5445F7F2}"/>
              </a:ext>
            </a:extLst>
          </p:cNvPr>
          <p:cNvSpPr>
            <a:spLocks xmlns:a="http://schemas.openxmlformats.org/drawingml/2006/main" noGrp="1"/>
          </p:cNvSpPr>
          <p:nvPr/>
        </p:nvSpPr>
        <p:spPr>
          <a:xfrm xmlns:a="http://schemas.openxmlformats.org/drawingml/2006/main">
            <a:off x="4095750" y="2562225"/>
            <a:ext cx="6667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78567"/>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100%</a:t>
            </a:r>
          </a:p>
        </p:txBody>
      </p:sp>
      <p:sp>
        <p:nvSpPr>
          <p:cNvPr id="10" name="sv-sub-0">
            <a:extLst xmlns:a="http://schemas.openxmlformats.org/drawingml/2006/main">
              <a:ext uri="{FF2B5EF4-FFF2-40B4-BE49-F238E27FC236}">
                <a16:creationId xmlns:a16="http://schemas.microsoft.com/office/drawing/2014/main" id="{CB72CDFD-2BB2-4F66-9A9F-1AAF3CEFF66E}"/>
              </a:ext>
            </a:extLst>
          </p:cNvPr>
          <p:cNvSpPr>
            <a:spLocks xmlns:a="http://schemas.openxmlformats.org/drawingml/2006/main" noGrp="1"/>
          </p:cNvSpPr>
          <p:nvPr/>
        </p:nvSpPr>
        <p:spPr>
          <a:xfrm xmlns:a="http://schemas.openxmlformats.org/drawingml/2006/main">
            <a:off x="1190625" y="27622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0606"/>
          </a:bodyPr>
          <a:lstStyle xmlns:a="http://schemas.openxmlformats.org/drawingml/2006/main"/>
          <a:p xmlns:a="http://schemas.openxmlformats.org/drawingml/2006/main">
            <a:pPr algn="l">
              <a:buNone/>
              <a:defRPr sz="825" b="0" i="0">
                <a:solidFill>
                  <a:srgbClr val="64748B"/>
                </a:solidFill>
                <a:latin typeface="Segoe UI"/>
                <a:ea typeface="Segoe UI"/>
                <a:cs typeface="Segoe UI"/>
              </a:defRPr>
            </a:pPr>
            <a:r>
              <a:rPr sz="825" b="0" i="0">
                <a:solidFill>
                  <a:srgbClr val="64748B"/>
                </a:solidFill>
                <a:latin typeface="Segoe UI"/>
                <a:ea typeface="Segoe UI"/>
                <a:cs typeface="Segoe UI"/>
              </a:rPr>
              <a:t>53.3% Rất thường xuyên + 46.7% Thỉnh thoảng</a:t>
            </a:r>
          </a:p>
        </p:txBody>
      </p:sp>
      <p:sp>
        <p:nvSpPr>
          <p:cNvPr id="11" name="sv-bar-bg-0">
            <a:extLst xmlns:a="http://schemas.openxmlformats.org/drawingml/2006/main">
              <a:ext uri="{FF2B5EF4-FFF2-40B4-BE49-F238E27FC236}">
                <a16:creationId xmlns:a16="http://schemas.microsoft.com/office/drawing/2014/main" id="{7DEA165F-6233-42B5-A869-C64A2576C57E}"/>
              </a:ext>
            </a:extLst>
          </p:cNvPr>
          <p:cNvSpPr>
            <a:spLocks xmlns:a="http://schemas.openxmlformats.org/drawingml/2006/main" noGrp="1"/>
          </p:cNvSpPr>
          <p:nvPr/>
        </p:nvSpPr>
        <p:spPr>
          <a:xfrm xmlns:a="http://schemas.openxmlformats.org/drawingml/2006/main">
            <a:off x="4095750" y="2838450"/>
            <a:ext cx="666750" cy="57150"/>
          </a:xfrm>
          <a:prstGeom xmlns:a="http://schemas.openxmlformats.org/drawingml/2006/main" prst="roundRect">
            <a:avLst>
              <a:gd name="adj" fmla="val 50000"/>
            </a:avLst>
          </a:prstGeom>
          <a:solidFill xmlns:a="http://schemas.openxmlformats.org/drawingml/2006/main">
            <a:srgbClr val="E2E8F0"/>
          </a:solidFill>
          <a:ln xmlns:a="http://schemas.openxmlformats.org/drawingml/2006/main" w="9525">
            <a:noFill/>
            <a:prstDash val="solid"/>
          </a:ln>
        </p:spPr>
      </p:sp>
      <p:sp>
        <p:nvSpPr>
          <p:cNvPr id="12" name="sv-bar-fg-0">
            <a:extLst xmlns:a="http://schemas.openxmlformats.org/drawingml/2006/main">
              <a:ext uri="{FF2B5EF4-FFF2-40B4-BE49-F238E27FC236}">
                <a16:creationId xmlns:a16="http://schemas.microsoft.com/office/drawing/2014/main" id="{86E5AB81-A230-42D2-BA2D-C166FFBB3DA7}"/>
              </a:ext>
            </a:extLst>
          </p:cNvPr>
          <p:cNvSpPr>
            <a:spLocks xmlns:a="http://schemas.openxmlformats.org/drawingml/2006/main" noGrp="1"/>
          </p:cNvSpPr>
          <p:nvPr/>
        </p:nvSpPr>
        <p:spPr>
          <a:xfrm xmlns:a="http://schemas.openxmlformats.org/drawingml/2006/main">
            <a:off x="4095750" y="2838450"/>
            <a:ext cx="666750" cy="57150"/>
          </a:xfrm>
          <a:prstGeom xmlns:a="http://schemas.openxmlformats.org/drawingml/2006/main" prst="roundRect">
            <a:avLst>
              <a:gd name="adj" fmla="val 50000"/>
            </a:avLst>
          </a:prstGeom>
          <a:solidFill xmlns:a="http://schemas.openxmlformats.org/drawingml/2006/main">
            <a:srgbClr val="4338CA"/>
          </a:solidFill>
          <a:ln xmlns:a="http://schemas.openxmlformats.org/drawingml/2006/main" w="9525">
            <a:noFill/>
            <a:prstDash val="solid"/>
          </a:ln>
        </p:spPr>
      </p:sp>
      <p:sp>
        <p:nvSpPr>
          <p:cNvPr id="13" name="sv-card-1">
            <a:extLst xmlns:a="http://schemas.openxmlformats.org/drawingml/2006/main">
              <a:ext uri="{FF2B5EF4-FFF2-40B4-BE49-F238E27FC236}">
                <a16:creationId xmlns:a16="http://schemas.microsoft.com/office/drawing/2014/main" id="{0E6366A5-A819-4A8E-8C31-83897ED21D72}"/>
              </a:ext>
            </a:extLst>
          </p:cNvPr>
          <p:cNvSpPr>
            <a:spLocks xmlns:a="http://schemas.openxmlformats.org/drawingml/2006/main" noGrp="1"/>
          </p:cNvSpPr>
          <p:nvPr/>
        </p:nvSpPr>
        <p:spPr>
          <a:xfrm xmlns:a="http://schemas.openxmlformats.org/drawingml/2006/main">
            <a:off x="1095375" y="3086100"/>
            <a:ext cx="4714875"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2E8F0"/>
            </a:solidFill>
            <a:prstDash val="solid"/>
          </a:ln>
        </p:spPr>
      </p:sp>
      <p:sp>
        <p:nvSpPr>
          <p:cNvPr id="14" name="sv-txt-1">
            <a:extLst xmlns:a="http://schemas.openxmlformats.org/drawingml/2006/main">
              <a:ext uri="{FF2B5EF4-FFF2-40B4-BE49-F238E27FC236}">
                <a16:creationId xmlns:a16="http://schemas.microsoft.com/office/drawing/2014/main" id="{15A3B158-3C00-4234-932E-2D7F67E7A4F4}"/>
              </a:ext>
            </a:extLst>
          </p:cNvPr>
          <p:cNvSpPr>
            <a:spLocks xmlns:a="http://schemas.openxmlformats.org/drawingml/2006/main" noGrp="1"/>
          </p:cNvSpPr>
          <p:nvPr/>
        </p:nvSpPr>
        <p:spPr>
          <a:xfrm xmlns:a="http://schemas.openxmlformats.org/drawingml/2006/main">
            <a:off x="1190625" y="31242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4103"/>
          </a:bodyPr>
          <a:lstStyle xmlns:a="http://schemas.openxmlformats.org/drawingml/2006/main"/>
          <a:p xmlns:a="http://schemas.openxmlformats.org/drawingml/2006/main">
            <a:pPr algn="l">
              <a:buNone/>
              <a:defRPr sz="975" b="1" i="0">
                <a:solidFill>
                  <a:srgbClr val="1E293B"/>
                </a:solidFill>
                <a:latin typeface="Segoe UI"/>
                <a:ea typeface="Segoe UI"/>
                <a:cs typeface="Segoe UI"/>
              </a:defRPr>
            </a:pPr>
            <a:r>
              <a:rPr sz="975" b="1" i="0">
                <a:solidFill>
                  <a:srgbClr val="1E293B"/>
                </a:solidFill>
                <a:latin typeface="Segoe UI"/>
                <a:ea typeface="Segoe UI"/>
                <a:cs typeface="Segoe UI"/>
              </a:rPr>
              <a:t>Muốn hệ thống tự đề xuất nội dung ôn</a:t>
            </a:r>
          </a:p>
        </p:txBody>
      </p:sp>
      <p:sp>
        <p:nvSpPr>
          <p:cNvPr id="15" name="sv-p-1">
            <a:extLst xmlns:a="http://schemas.openxmlformats.org/drawingml/2006/main">
              <a:ext uri="{FF2B5EF4-FFF2-40B4-BE49-F238E27FC236}">
                <a16:creationId xmlns:a16="http://schemas.microsoft.com/office/drawing/2014/main" id="{2BF8E69F-3B76-4B7D-B988-D806E2C9FC87}"/>
              </a:ext>
            </a:extLst>
          </p:cNvPr>
          <p:cNvSpPr>
            <a:spLocks xmlns:a="http://schemas.openxmlformats.org/drawingml/2006/main" noGrp="1"/>
          </p:cNvSpPr>
          <p:nvPr/>
        </p:nvSpPr>
        <p:spPr>
          <a:xfrm xmlns:a="http://schemas.openxmlformats.org/drawingml/2006/main">
            <a:off x="4095750" y="3133725"/>
            <a:ext cx="6667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78567"/>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93.3%</a:t>
            </a:r>
          </a:p>
        </p:txBody>
      </p:sp>
      <p:sp>
        <p:nvSpPr>
          <p:cNvPr id="16" name="sv-sub-1">
            <a:extLst xmlns:a="http://schemas.openxmlformats.org/drawingml/2006/main">
              <a:ext uri="{FF2B5EF4-FFF2-40B4-BE49-F238E27FC236}">
                <a16:creationId xmlns:a16="http://schemas.microsoft.com/office/drawing/2014/main" id="{C72BA958-21D5-4E09-ABA6-FB62A5378A59}"/>
              </a:ext>
            </a:extLst>
          </p:cNvPr>
          <p:cNvSpPr>
            <a:spLocks xmlns:a="http://schemas.openxmlformats.org/drawingml/2006/main" noGrp="1"/>
          </p:cNvSpPr>
          <p:nvPr/>
        </p:nvSpPr>
        <p:spPr>
          <a:xfrm xmlns:a="http://schemas.openxmlformats.org/drawingml/2006/main">
            <a:off x="1190625" y="33337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0606"/>
          </a:bodyPr>
          <a:lstStyle xmlns:a="http://schemas.openxmlformats.org/drawingml/2006/main"/>
          <a:p xmlns:a="http://schemas.openxmlformats.org/drawingml/2006/main">
            <a:pPr algn="l">
              <a:buNone/>
              <a:defRPr sz="825" b="0" i="0">
                <a:solidFill>
                  <a:srgbClr val="64748B"/>
                </a:solidFill>
                <a:latin typeface="Segoe UI"/>
                <a:ea typeface="Segoe UI"/>
                <a:cs typeface="Segoe UI"/>
              </a:defRPr>
            </a:pPr>
            <a:r>
              <a:rPr sz="825" b="0" i="0">
                <a:solidFill>
                  <a:srgbClr val="64748B"/>
                </a:solidFill>
                <a:latin typeface="Segoe UI"/>
                <a:ea typeface="Segoe UI"/>
                <a:cs typeface="Segoe UI"/>
              </a:rPr>
              <a:t>Tự động hóa gợi ý bài ôn theo kết quả học</a:t>
            </a:r>
          </a:p>
        </p:txBody>
      </p:sp>
      <p:sp>
        <p:nvSpPr>
          <p:cNvPr id="17" name="sv-bar-bg-1">
            <a:extLst xmlns:a="http://schemas.openxmlformats.org/drawingml/2006/main">
              <a:ext uri="{FF2B5EF4-FFF2-40B4-BE49-F238E27FC236}">
                <a16:creationId xmlns:a16="http://schemas.microsoft.com/office/drawing/2014/main" id="{9C48220E-FED1-4F57-BFD9-A95443AE11B8}"/>
              </a:ext>
            </a:extLst>
          </p:cNvPr>
          <p:cNvSpPr>
            <a:spLocks xmlns:a="http://schemas.openxmlformats.org/drawingml/2006/main" noGrp="1"/>
          </p:cNvSpPr>
          <p:nvPr/>
        </p:nvSpPr>
        <p:spPr>
          <a:xfrm xmlns:a="http://schemas.openxmlformats.org/drawingml/2006/main">
            <a:off x="4095750" y="3409950"/>
            <a:ext cx="666750" cy="57150"/>
          </a:xfrm>
          <a:prstGeom xmlns:a="http://schemas.openxmlformats.org/drawingml/2006/main" prst="roundRect">
            <a:avLst>
              <a:gd name="adj" fmla="val 50000"/>
            </a:avLst>
          </a:prstGeom>
          <a:solidFill xmlns:a="http://schemas.openxmlformats.org/drawingml/2006/main">
            <a:srgbClr val="E2E8F0"/>
          </a:solidFill>
          <a:ln xmlns:a="http://schemas.openxmlformats.org/drawingml/2006/main" w="9525">
            <a:noFill/>
            <a:prstDash val="solid"/>
          </a:ln>
        </p:spPr>
      </p:sp>
      <p:sp>
        <p:nvSpPr>
          <p:cNvPr id="18" name="sv-bar-fg-1">
            <a:extLst xmlns:a="http://schemas.openxmlformats.org/drawingml/2006/main">
              <a:ext uri="{FF2B5EF4-FFF2-40B4-BE49-F238E27FC236}">
                <a16:creationId xmlns:a16="http://schemas.microsoft.com/office/drawing/2014/main" id="{E9F943E7-407B-457F-A1DD-3A76800E8E38}"/>
              </a:ext>
            </a:extLst>
          </p:cNvPr>
          <p:cNvSpPr>
            <a:spLocks xmlns:a="http://schemas.openxmlformats.org/drawingml/2006/main" noGrp="1"/>
          </p:cNvSpPr>
          <p:nvPr/>
        </p:nvSpPr>
        <p:spPr>
          <a:xfrm xmlns:a="http://schemas.openxmlformats.org/drawingml/2006/main">
            <a:off x="4095750" y="3409950"/>
            <a:ext cx="619125" cy="57150"/>
          </a:xfrm>
          <a:prstGeom xmlns:a="http://schemas.openxmlformats.org/drawingml/2006/main" prst="roundRect">
            <a:avLst>
              <a:gd name="adj" fmla="val 50000"/>
            </a:avLst>
          </a:prstGeom>
          <a:solidFill xmlns:a="http://schemas.openxmlformats.org/drawingml/2006/main">
            <a:srgbClr val="4338CA"/>
          </a:solidFill>
          <a:ln xmlns:a="http://schemas.openxmlformats.org/drawingml/2006/main" w="9525">
            <a:noFill/>
            <a:prstDash val="solid"/>
          </a:ln>
        </p:spPr>
      </p:sp>
      <p:sp>
        <p:nvSpPr>
          <p:cNvPr id="19" name="sv-card-2">
            <a:extLst xmlns:a="http://schemas.openxmlformats.org/drawingml/2006/main">
              <a:ext uri="{FF2B5EF4-FFF2-40B4-BE49-F238E27FC236}">
                <a16:creationId xmlns:a16="http://schemas.microsoft.com/office/drawing/2014/main" id="{014B0E68-A053-41AD-BC42-1BA75F357ED7}"/>
              </a:ext>
            </a:extLst>
          </p:cNvPr>
          <p:cNvSpPr>
            <a:spLocks xmlns:a="http://schemas.openxmlformats.org/drawingml/2006/main" noGrp="1"/>
          </p:cNvSpPr>
          <p:nvPr/>
        </p:nvSpPr>
        <p:spPr>
          <a:xfrm xmlns:a="http://schemas.openxmlformats.org/drawingml/2006/main">
            <a:off x="1095375" y="3657600"/>
            <a:ext cx="4714875"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2E8F0"/>
            </a:solidFill>
            <a:prstDash val="solid"/>
          </a:ln>
        </p:spPr>
      </p:sp>
      <p:sp>
        <p:nvSpPr>
          <p:cNvPr id="20" name="sv-txt-2">
            <a:extLst xmlns:a="http://schemas.openxmlformats.org/drawingml/2006/main">
              <a:ext uri="{FF2B5EF4-FFF2-40B4-BE49-F238E27FC236}">
                <a16:creationId xmlns:a16="http://schemas.microsoft.com/office/drawing/2014/main" id="{A3B4BDF8-94DA-4C18-BCED-4D5959D8B52A}"/>
              </a:ext>
            </a:extLst>
          </p:cNvPr>
          <p:cNvSpPr>
            <a:spLocks xmlns:a="http://schemas.openxmlformats.org/drawingml/2006/main" noGrp="1"/>
          </p:cNvSpPr>
          <p:nvPr/>
        </p:nvSpPr>
        <p:spPr>
          <a:xfrm xmlns:a="http://schemas.openxmlformats.org/drawingml/2006/main">
            <a:off x="1190625" y="3695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4103"/>
          </a:bodyPr>
          <a:lstStyle xmlns:a="http://schemas.openxmlformats.org/drawingml/2006/main"/>
          <a:p xmlns:a="http://schemas.openxmlformats.org/drawingml/2006/main">
            <a:pPr algn="l">
              <a:buNone/>
              <a:defRPr sz="975" b="1" i="0">
                <a:solidFill>
                  <a:srgbClr val="1E293B"/>
                </a:solidFill>
                <a:latin typeface="Segoe UI"/>
                <a:ea typeface="Segoe UI"/>
                <a:cs typeface="Segoe UI"/>
              </a:defRPr>
            </a:pPr>
            <a:r>
              <a:rPr sz="975" b="1" i="0">
                <a:solidFill>
                  <a:srgbClr val="1E293B"/>
                </a:solidFill>
                <a:latin typeface="Segoe UI"/>
                <a:ea typeface="Segoe UI"/>
                <a:cs typeface="Segoe UI"/>
              </a:rPr>
              <a:t>Từng bỏ học do nản / thiếu phương pháp</a:t>
            </a:r>
          </a:p>
        </p:txBody>
      </p:sp>
      <p:sp>
        <p:nvSpPr>
          <p:cNvPr id="21" name="sv-p-2">
            <a:extLst xmlns:a="http://schemas.openxmlformats.org/drawingml/2006/main">
              <a:ext uri="{FF2B5EF4-FFF2-40B4-BE49-F238E27FC236}">
                <a16:creationId xmlns:a16="http://schemas.microsoft.com/office/drawing/2014/main" id="{F2B05394-92F7-4088-9DCB-9A37FE9D762D}"/>
              </a:ext>
            </a:extLst>
          </p:cNvPr>
          <p:cNvSpPr>
            <a:spLocks xmlns:a="http://schemas.openxmlformats.org/drawingml/2006/main" noGrp="1"/>
          </p:cNvSpPr>
          <p:nvPr/>
        </p:nvSpPr>
        <p:spPr>
          <a:xfrm xmlns:a="http://schemas.openxmlformats.org/drawingml/2006/main">
            <a:off x="4095750" y="3705225"/>
            <a:ext cx="6667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78567"/>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86.7%</a:t>
            </a:r>
          </a:p>
        </p:txBody>
      </p:sp>
      <p:sp>
        <p:nvSpPr>
          <p:cNvPr id="22" name="sv-sub-2">
            <a:extLst xmlns:a="http://schemas.openxmlformats.org/drawingml/2006/main">
              <a:ext uri="{FF2B5EF4-FFF2-40B4-BE49-F238E27FC236}">
                <a16:creationId xmlns:a16="http://schemas.microsoft.com/office/drawing/2014/main" id="{138295ED-CC00-4820-93D6-285B1B2E9F6D}"/>
              </a:ext>
            </a:extLst>
          </p:cNvPr>
          <p:cNvSpPr>
            <a:spLocks xmlns:a="http://schemas.openxmlformats.org/drawingml/2006/main" noGrp="1"/>
          </p:cNvSpPr>
          <p:nvPr/>
        </p:nvSpPr>
        <p:spPr>
          <a:xfrm xmlns:a="http://schemas.openxmlformats.org/drawingml/2006/main">
            <a:off x="1190625" y="39052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0606"/>
          </a:bodyPr>
          <a:lstStyle xmlns:a="http://schemas.openxmlformats.org/drawingml/2006/main"/>
          <a:p xmlns:a="http://schemas.openxmlformats.org/drawingml/2006/main">
            <a:pPr algn="l">
              <a:buNone/>
              <a:defRPr sz="825" b="0" i="0">
                <a:solidFill>
                  <a:srgbClr val="64748B"/>
                </a:solidFill>
                <a:latin typeface="Segoe UI"/>
                <a:ea typeface="Segoe UI"/>
                <a:cs typeface="Segoe UI"/>
              </a:defRPr>
            </a:pPr>
            <a:r>
              <a:rPr sz="825" b="0" i="0">
                <a:solidFill>
                  <a:srgbClr val="64748B"/>
                </a:solidFill>
                <a:latin typeface="Segoe UI"/>
                <a:ea typeface="Segoe UI"/>
                <a:cs typeface="Segoe UI"/>
              </a:rPr>
              <a:t>Đứt gãy thói quen học tập sau 1-2 tuần</a:t>
            </a:r>
          </a:p>
        </p:txBody>
      </p:sp>
      <p:sp>
        <p:nvSpPr>
          <p:cNvPr id="23" name="sv-bar-bg-2">
            <a:extLst xmlns:a="http://schemas.openxmlformats.org/drawingml/2006/main">
              <a:ext uri="{FF2B5EF4-FFF2-40B4-BE49-F238E27FC236}">
                <a16:creationId xmlns:a16="http://schemas.microsoft.com/office/drawing/2014/main" id="{DDB654A3-821E-42DA-8D66-B2391B85DEE6}"/>
              </a:ext>
            </a:extLst>
          </p:cNvPr>
          <p:cNvSpPr>
            <a:spLocks xmlns:a="http://schemas.openxmlformats.org/drawingml/2006/main" noGrp="1"/>
          </p:cNvSpPr>
          <p:nvPr/>
        </p:nvSpPr>
        <p:spPr>
          <a:xfrm xmlns:a="http://schemas.openxmlformats.org/drawingml/2006/main">
            <a:off x="4095750" y="3981450"/>
            <a:ext cx="666750" cy="57150"/>
          </a:xfrm>
          <a:prstGeom xmlns:a="http://schemas.openxmlformats.org/drawingml/2006/main" prst="roundRect">
            <a:avLst>
              <a:gd name="adj" fmla="val 50000"/>
            </a:avLst>
          </a:prstGeom>
          <a:solidFill xmlns:a="http://schemas.openxmlformats.org/drawingml/2006/main">
            <a:srgbClr val="E2E8F0"/>
          </a:solidFill>
          <a:ln xmlns:a="http://schemas.openxmlformats.org/drawingml/2006/main" w="9525">
            <a:noFill/>
            <a:prstDash val="solid"/>
          </a:ln>
        </p:spPr>
      </p:sp>
      <p:sp>
        <p:nvSpPr>
          <p:cNvPr id="24" name="sv-bar-fg-2">
            <a:extLst xmlns:a="http://schemas.openxmlformats.org/drawingml/2006/main">
              <a:ext uri="{FF2B5EF4-FFF2-40B4-BE49-F238E27FC236}">
                <a16:creationId xmlns:a16="http://schemas.microsoft.com/office/drawing/2014/main" id="{ACC34F61-4DB5-4CF5-91B1-0B738339011C}"/>
              </a:ext>
            </a:extLst>
          </p:cNvPr>
          <p:cNvSpPr>
            <a:spLocks xmlns:a="http://schemas.openxmlformats.org/drawingml/2006/main" noGrp="1"/>
          </p:cNvSpPr>
          <p:nvPr/>
        </p:nvSpPr>
        <p:spPr>
          <a:xfrm xmlns:a="http://schemas.openxmlformats.org/drawingml/2006/main">
            <a:off x="4095750" y="3981450"/>
            <a:ext cx="581025" cy="57150"/>
          </a:xfrm>
          <a:prstGeom xmlns:a="http://schemas.openxmlformats.org/drawingml/2006/main" prst="roundRect">
            <a:avLst>
              <a:gd name="adj" fmla="val 50000"/>
            </a:avLst>
          </a:prstGeom>
          <a:solidFill xmlns:a="http://schemas.openxmlformats.org/drawingml/2006/main">
            <a:srgbClr val="4338CA"/>
          </a:solidFill>
          <a:ln xmlns:a="http://schemas.openxmlformats.org/drawingml/2006/main" w="9525">
            <a:noFill/>
            <a:prstDash val="solid"/>
          </a:ln>
        </p:spPr>
      </p:sp>
      <p:sp>
        <p:nvSpPr>
          <p:cNvPr id="25" name="sv-card-3">
            <a:extLst xmlns:a="http://schemas.openxmlformats.org/drawingml/2006/main">
              <a:ext uri="{FF2B5EF4-FFF2-40B4-BE49-F238E27FC236}">
                <a16:creationId xmlns:a16="http://schemas.microsoft.com/office/drawing/2014/main" id="{46DF916D-D951-4165-9CA1-3B9D0D3010A8}"/>
              </a:ext>
            </a:extLst>
          </p:cNvPr>
          <p:cNvSpPr>
            <a:spLocks xmlns:a="http://schemas.openxmlformats.org/drawingml/2006/main" noGrp="1"/>
          </p:cNvSpPr>
          <p:nvPr/>
        </p:nvSpPr>
        <p:spPr>
          <a:xfrm xmlns:a="http://schemas.openxmlformats.org/drawingml/2006/main">
            <a:off x="1095375" y="4229100"/>
            <a:ext cx="4714875"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2E8F0"/>
            </a:solidFill>
            <a:prstDash val="solid"/>
          </a:ln>
        </p:spPr>
      </p:sp>
      <p:sp>
        <p:nvSpPr>
          <p:cNvPr id="26" name="sv-txt-3">
            <a:extLst xmlns:a="http://schemas.openxmlformats.org/drawingml/2006/main">
              <a:ext uri="{FF2B5EF4-FFF2-40B4-BE49-F238E27FC236}">
                <a16:creationId xmlns:a16="http://schemas.microsoft.com/office/drawing/2014/main" id="{4F682E72-748B-467F-AC89-FFEC8B2FD9C2}"/>
              </a:ext>
            </a:extLst>
          </p:cNvPr>
          <p:cNvSpPr>
            <a:spLocks xmlns:a="http://schemas.openxmlformats.org/drawingml/2006/main" noGrp="1"/>
          </p:cNvSpPr>
          <p:nvPr/>
        </p:nvSpPr>
        <p:spPr>
          <a:xfrm xmlns:a="http://schemas.openxmlformats.org/drawingml/2006/main">
            <a:off x="1190625" y="42672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4103"/>
          </a:bodyPr>
          <a:lstStyle xmlns:a="http://schemas.openxmlformats.org/drawingml/2006/main"/>
          <a:p xmlns:a="http://schemas.openxmlformats.org/drawingml/2006/main">
            <a:pPr algn="l">
              <a:buNone/>
              <a:defRPr sz="975" b="1" i="0">
                <a:solidFill>
                  <a:srgbClr val="1E293B"/>
                </a:solidFill>
                <a:latin typeface="Segoe UI"/>
                <a:ea typeface="Segoe UI"/>
                <a:cs typeface="Segoe UI"/>
              </a:defRPr>
            </a:pPr>
            <a:r>
              <a:rPr sz="975" b="1" i="0">
                <a:solidFill>
                  <a:srgbClr val="1E293B"/>
                </a:solidFill>
                <a:latin typeface="Segoe UI"/>
                <a:ea typeface="Segoe UI"/>
                <a:cs typeface="Segoe UI"/>
              </a:rPr>
              <a:t>Cấp thiết ôn tập lặp lại ngắt quãng (SRS)</a:t>
            </a:r>
          </a:p>
        </p:txBody>
      </p:sp>
      <p:sp>
        <p:nvSpPr>
          <p:cNvPr id="27" name="sv-p-3">
            <a:extLst xmlns:a="http://schemas.openxmlformats.org/drawingml/2006/main">
              <a:ext uri="{FF2B5EF4-FFF2-40B4-BE49-F238E27FC236}">
                <a16:creationId xmlns:a16="http://schemas.microsoft.com/office/drawing/2014/main" id="{5CF210BD-7520-4DE8-82F5-1FE41CEFC72A}"/>
              </a:ext>
            </a:extLst>
          </p:cNvPr>
          <p:cNvSpPr>
            <a:spLocks xmlns:a="http://schemas.openxmlformats.org/drawingml/2006/main" noGrp="1"/>
          </p:cNvSpPr>
          <p:nvPr/>
        </p:nvSpPr>
        <p:spPr>
          <a:xfrm xmlns:a="http://schemas.openxmlformats.org/drawingml/2006/main">
            <a:off x="4095750" y="4276725"/>
            <a:ext cx="6667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78567"/>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80.0%</a:t>
            </a:r>
          </a:p>
        </p:txBody>
      </p:sp>
      <p:sp>
        <p:nvSpPr>
          <p:cNvPr id="28" name="sv-sub-3">
            <a:extLst xmlns:a="http://schemas.openxmlformats.org/drawingml/2006/main">
              <a:ext uri="{FF2B5EF4-FFF2-40B4-BE49-F238E27FC236}">
                <a16:creationId xmlns:a16="http://schemas.microsoft.com/office/drawing/2014/main" id="{175B0719-C4B0-4FBC-AF51-1E7C3F3A0882}"/>
              </a:ext>
            </a:extLst>
          </p:cNvPr>
          <p:cNvSpPr>
            <a:spLocks xmlns:a="http://schemas.openxmlformats.org/drawingml/2006/main" noGrp="1"/>
          </p:cNvSpPr>
          <p:nvPr/>
        </p:nvSpPr>
        <p:spPr>
          <a:xfrm xmlns:a="http://schemas.openxmlformats.org/drawingml/2006/main">
            <a:off x="1190625" y="44767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0606"/>
          </a:bodyPr>
          <a:lstStyle xmlns:a="http://schemas.openxmlformats.org/drawingml/2006/main"/>
          <a:p xmlns:a="http://schemas.openxmlformats.org/drawingml/2006/main">
            <a:pPr algn="l">
              <a:buNone/>
              <a:defRPr sz="825" b="0" i="0">
                <a:solidFill>
                  <a:srgbClr val="64748B"/>
                </a:solidFill>
                <a:latin typeface="Segoe UI"/>
                <a:ea typeface="Segoe UI"/>
                <a:cs typeface="Segoe UI"/>
              </a:defRPr>
            </a:pPr>
            <a:r>
              <a:rPr sz="825" b="0" i="0">
                <a:solidFill>
                  <a:srgbClr val="64748B"/>
                </a:solidFill>
                <a:latin typeface="Segoe UI"/>
                <a:ea typeface="Segoe UI"/>
                <a:cs typeface="Segoe UI"/>
              </a:rPr>
              <a:t>Đánh giá 4-5 sao (Điểm TB: 4.13 / 5.0)</a:t>
            </a:r>
          </a:p>
        </p:txBody>
      </p:sp>
      <p:sp>
        <p:nvSpPr>
          <p:cNvPr id="29" name="sv-bar-bg-3">
            <a:extLst xmlns:a="http://schemas.openxmlformats.org/drawingml/2006/main">
              <a:ext uri="{FF2B5EF4-FFF2-40B4-BE49-F238E27FC236}">
                <a16:creationId xmlns:a16="http://schemas.microsoft.com/office/drawing/2014/main" id="{612E2C93-2544-4E54-A310-CD649242C33D}"/>
              </a:ext>
            </a:extLst>
          </p:cNvPr>
          <p:cNvSpPr>
            <a:spLocks xmlns:a="http://schemas.openxmlformats.org/drawingml/2006/main" noGrp="1"/>
          </p:cNvSpPr>
          <p:nvPr/>
        </p:nvSpPr>
        <p:spPr>
          <a:xfrm xmlns:a="http://schemas.openxmlformats.org/drawingml/2006/main">
            <a:off x="4095750" y="4552950"/>
            <a:ext cx="666750" cy="57150"/>
          </a:xfrm>
          <a:prstGeom xmlns:a="http://schemas.openxmlformats.org/drawingml/2006/main" prst="roundRect">
            <a:avLst>
              <a:gd name="adj" fmla="val 50000"/>
            </a:avLst>
          </a:prstGeom>
          <a:solidFill xmlns:a="http://schemas.openxmlformats.org/drawingml/2006/main">
            <a:srgbClr val="E2E8F0"/>
          </a:solidFill>
          <a:ln xmlns:a="http://schemas.openxmlformats.org/drawingml/2006/main" w="9525">
            <a:noFill/>
            <a:prstDash val="solid"/>
          </a:ln>
        </p:spPr>
      </p:sp>
      <p:sp>
        <p:nvSpPr>
          <p:cNvPr id="30" name="sv-bar-fg-3">
            <a:extLst xmlns:a="http://schemas.openxmlformats.org/drawingml/2006/main">
              <a:ext uri="{FF2B5EF4-FFF2-40B4-BE49-F238E27FC236}">
                <a16:creationId xmlns:a16="http://schemas.microsoft.com/office/drawing/2014/main" id="{75E2A4F1-9698-4C7D-A99C-300392608064}"/>
              </a:ext>
            </a:extLst>
          </p:cNvPr>
          <p:cNvSpPr>
            <a:spLocks xmlns:a="http://schemas.openxmlformats.org/drawingml/2006/main" noGrp="1"/>
          </p:cNvSpPr>
          <p:nvPr/>
        </p:nvSpPr>
        <p:spPr>
          <a:xfrm xmlns:a="http://schemas.openxmlformats.org/drawingml/2006/main">
            <a:off x="4095750" y="4552950"/>
            <a:ext cx="533400" cy="57150"/>
          </a:xfrm>
          <a:prstGeom xmlns:a="http://schemas.openxmlformats.org/drawingml/2006/main" prst="roundRect">
            <a:avLst>
              <a:gd name="adj" fmla="val 50000"/>
            </a:avLst>
          </a:prstGeom>
          <a:solidFill xmlns:a="http://schemas.openxmlformats.org/drawingml/2006/main">
            <a:srgbClr val="4338CA"/>
          </a:solidFill>
          <a:ln xmlns:a="http://schemas.openxmlformats.org/drawingml/2006/main" w="9525">
            <a:noFill/>
            <a:prstDash val="solid"/>
          </a:ln>
        </p:spPr>
      </p:sp>
      <p:sp>
        <p:nvSpPr>
          <p:cNvPr id="31" name="sv-card-4">
            <a:extLst xmlns:a="http://schemas.openxmlformats.org/drawingml/2006/main">
              <a:ext uri="{FF2B5EF4-FFF2-40B4-BE49-F238E27FC236}">
                <a16:creationId xmlns:a16="http://schemas.microsoft.com/office/drawing/2014/main" id="{7491F67F-4E65-48FE-AA9A-3803AD68B25D}"/>
              </a:ext>
            </a:extLst>
          </p:cNvPr>
          <p:cNvSpPr>
            <a:spLocks xmlns:a="http://schemas.openxmlformats.org/drawingml/2006/main" noGrp="1"/>
          </p:cNvSpPr>
          <p:nvPr/>
        </p:nvSpPr>
        <p:spPr>
          <a:xfrm xmlns:a="http://schemas.openxmlformats.org/drawingml/2006/main">
            <a:off x="1095375" y="4800600"/>
            <a:ext cx="4714875"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2E8F0"/>
            </a:solidFill>
            <a:prstDash val="solid"/>
          </a:ln>
        </p:spPr>
      </p:sp>
      <p:sp>
        <p:nvSpPr>
          <p:cNvPr id="32" name="sv-txt-4">
            <a:extLst xmlns:a="http://schemas.openxmlformats.org/drawingml/2006/main">
              <a:ext uri="{FF2B5EF4-FFF2-40B4-BE49-F238E27FC236}">
                <a16:creationId xmlns:a16="http://schemas.microsoft.com/office/drawing/2014/main" id="{DD469A44-0F41-4EBD-A4A8-C6F60E5E9587}"/>
              </a:ext>
            </a:extLst>
          </p:cNvPr>
          <p:cNvSpPr>
            <a:spLocks xmlns:a="http://schemas.openxmlformats.org/drawingml/2006/main" noGrp="1"/>
          </p:cNvSpPr>
          <p:nvPr/>
        </p:nvSpPr>
        <p:spPr>
          <a:xfrm xmlns:a="http://schemas.openxmlformats.org/drawingml/2006/main">
            <a:off x="1190625" y="4838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4103"/>
          </a:bodyPr>
          <a:lstStyle xmlns:a="http://schemas.openxmlformats.org/drawingml/2006/main"/>
          <a:p xmlns:a="http://schemas.openxmlformats.org/drawingml/2006/main">
            <a:pPr algn="l">
              <a:buNone/>
              <a:defRPr sz="975" b="1" i="0">
                <a:solidFill>
                  <a:srgbClr val="1E293B"/>
                </a:solidFill>
                <a:latin typeface="Segoe UI"/>
                <a:ea typeface="Segoe UI"/>
                <a:cs typeface="Segoe UI"/>
              </a:defRPr>
            </a:pPr>
            <a:r>
              <a:rPr sz="975" b="1" i="0">
                <a:solidFill>
                  <a:srgbClr val="1E293B"/>
                </a:solidFill>
                <a:latin typeface="Segoe UI"/>
                <a:ea typeface="Segoe UI"/>
                <a:cs typeface="Segoe UI"/>
              </a:rPr>
              <a:t>Cần sửa lỗi ngữ pháp &amp; giải thích chi tiết</a:t>
            </a:r>
          </a:p>
        </p:txBody>
      </p:sp>
      <p:sp>
        <p:nvSpPr>
          <p:cNvPr id="33" name="sv-p-4">
            <a:extLst xmlns:a="http://schemas.openxmlformats.org/drawingml/2006/main">
              <a:ext uri="{FF2B5EF4-FFF2-40B4-BE49-F238E27FC236}">
                <a16:creationId xmlns:a16="http://schemas.microsoft.com/office/drawing/2014/main" id="{E59F7DC8-0DC3-47CD-B669-DBD7DF02FDBB}"/>
              </a:ext>
            </a:extLst>
          </p:cNvPr>
          <p:cNvSpPr>
            <a:spLocks xmlns:a="http://schemas.openxmlformats.org/drawingml/2006/main" noGrp="1"/>
          </p:cNvSpPr>
          <p:nvPr/>
        </p:nvSpPr>
        <p:spPr>
          <a:xfrm xmlns:a="http://schemas.openxmlformats.org/drawingml/2006/main">
            <a:off x="4095750" y="4848225"/>
            <a:ext cx="6667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78567"/>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66.7%</a:t>
            </a:r>
          </a:p>
        </p:txBody>
      </p:sp>
      <p:sp>
        <p:nvSpPr>
          <p:cNvPr id="34" name="sv-sub-4">
            <a:extLst xmlns:a="http://schemas.openxmlformats.org/drawingml/2006/main">
              <a:ext uri="{FF2B5EF4-FFF2-40B4-BE49-F238E27FC236}">
                <a16:creationId xmlns:a16="http://schemas.microsoft.com/office/drawing/2014/main" id="{7389A87C-5172-4F96-98C1-6F8F3ECD7DFB}"/>
              </a:ext>
            </a:extLst>
          </p:cNvPr>
          <p:cNvSpPr>
            <a:spLocks xmlns:a="http://schemas.openxmlformats.org/drawingml/2006/main" noGrp="1"/>
          </p:cNvSpPr>
          <p:nvPr/>
        </p:nvSpPr>
        <p:spPr>
          <a:xfrm xmlns:a="http://schemas.openxmlformats.org/drawingml/2006/main">
            <a:off x="1190625" y="50482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60606"/>
          </a:bodyPr>
          <a:lstStyle xmlns:a="http://schemas.openxmlformats.org/drawingml/2006/main"/>
          <a:p xmlns:a="http://schemas.openxmlformats.org/drawingml/2006/main">
            <a:pPr algn="l">
              <a:buNone/>
              <a:defRPr sz="825" b="0" i="0">
                <a:solidFill>
                  <a:srgbClr val="64748B"/>
                </a:solidFill>
                <a:latin typeface="Segoe UI"/>
                <a:ea typeface="Segoe UI"/>
                <a:cs typeface="Segoe UI"/>
              </a:defRPr>
            </a:pPr>
            <a:r>
              <a:rPr sz="825" b="0" i="0">
                <a:solidFill>
                  <a:srgbClr val="64748B"/>
                </a:solidFill>
                <a:latin typeface="Segoe UI"/>
                <a:ea typeface="Segoe UI"/>
                <a:cs typeface="Segoe UI"/>
              </a:rPr>
              <a:t>Yêu cầu phát hiện lỗi sai câu viết tức thì</a:t>
            </a:r>
          </a:p>
        </p:txBody>
      </p:sp>
      <p:sp>
        <p:nvSpPr>
          <p:cNvPr id="35" name="sv-bar-bg-4">
            <a:extLst xmlns:a="http://schemas.openxmlformats.org/drawingml/2006/main">
              <a:ext uri="{FF2B5EF4-FFF2-40B4-BE49-F238E27FC236}">
                <a16:creationId xmlns:a16="http://schemas.microsoft.com/office/drawing/2014/main" id="{CCD2DC2D-4A84-4F19-BCE6-C312D280DF87}"/>
              </a:ext>
            </a:extLst>
          </p:cNvPr>
          <p:cNvSpPr>
            <a:spLocks xmlns:a="http://schemas.openxmlformats.org/drawingml/2006/main" noGrp="1"/>
          </p:cNvSpPr>
          <p:nvPr/>
        </p:nvSpPr>
        <p:spPr>
          <a:xfrm xmlns:a="http://schemas.openxmlformats.org/drawingml/2006/main">
            <a:off x="4095750" y="5124450"/>
            <a:ext cx="666750" cy="57150"/>
          </a:xfrm>
          <a:prstGeom xmlns:a="http://schemas.openxmlformats.org/drawingml/2006/main" prst="roundRect">
            <a:avLst>
              <a:gd name="adj" fmla="val 50000"/>
            </a:avLst>
          </a:prstGeom>
          <a:solidFill xmlns:a="http://schemas.openxmlformats.org/drawingml/2006/main">
            <a:srgbClr val="E2E8F0"/>
          </a:solidFill>
          <a:ln xmlns:a="http://schemas.openxmlformats.org/drawingml/2006/main" w="9525">
            <a:noFill/>
            <a:prstDash val="solid"/>
          </a:ln>
        </p:spPr>
      </p:sp>
      <p:sp>
        <p:nvSpPr>
          <p:cNvPr id="36" name="sv-bar-fg-4">
            <a:extLst xmlns:a="http://schemas.openxmlformats.org/drawingml/2006/main">
              <a:ext uri="{FF2B5EF4-FFF2-40B4-BE49-F238E27FC236}">
                <a16:creationId xmlns:a16="http://schemas.microsoft.com/office/drawing/2014/main" id="{44E9C55D-F904-4113-9E8D-0A31153EB174}"/>
              </a:ext>
            </a:extLst>
          </p:cNvPr>
          <p:cNvSpPr>
            <a:spLocks xmlns:a="http://schemas.openxmlformats.org/drawingml/2006/main" noGrp="1"/>
          </p:cNvSpPr>
          <p:nvPr/>
        </p:nvSpPr>
        <p:spPr>
          <a:xfrm xmlns:a="http://schemas.openxmlformats.org/drawingml/2006/main">
            <a:off x="4095750" y="5124450"/>
            <a:ext cx="447675" cy="57150"/>
          </a:xfrm>
          <a:prstGeom xmlns:a="http://schemas.openxmlformats.org/drawingml/2006/main" prst="roundRect">
            <a:avLst>
              <a:gd name="adj" fmla="val 50000"/>
            </a:avLst>
          </a:prstGeom>
          <a:solidFill xmlns:a="http://schemas.openxmlformats.org/drawingml/2006/main">
            <a:srgbClr val="4338CA"/>
          </a:solidFill>
          <a:ln xmlns:a="http://schemas.openxmlformats.org/drawingml/2006/main" w="9525">
            <a:noFill/>
            <a:prstDash val="solid"/>
          </a:ln>
        </p:spPr>
      </p:sp>
      <p:sp>
        <p:nvSpPr>
          <p:cNvPr id="37" name="int-right-bg">
            <a:extLst xmlns:a="http://schemas.openxmlformats.org/drawingml/2006/main">
              <a:ext uri="{FF2B5EF4-FFF2-40B4-BE49-F238E27FC236}">
                <a16:creationId xmlns:a16="http://schemas.microsoft.com/office/drawing/2014/main" id="{FA7ECCCE-E590-4868-93BC-79585BDE0E3A}"/>
              </a:ext>
            </a:extLst>
          </p:cNvPr>
          <p:cNvSpPr>
            <a:spLocks xmlns:a="http://schemas.openxmlformats.org/drawingml/2006/main" noGrp="1"/>
          </p:cNvSpPr>
          <p:nvPr/>
        </p:nvSpPr>
        <p:spPr>
          <a:xfrm xmlns:a="http://schemas.openxmlformats.org/drawingml/2006/main">
            <a:off x="6191250" y="2047875"/>
            <a:ext cx="5095875" cy="34290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11430">
            <a:solidFill>
              <a:srgbClr val="E2E8F0"/>
            </a:solidFill>
            <a:prstDash val="solid"/>
          </a:ln>
        </p:spPr>
      </p:sp>
      <p:sp>
        <p:nvSpPr>
          <p:cNvPr id="38" name="int-tag-2">
            <a:extLst xmlns:a="http://schemas.openxmlformats.org/drawingml/2006/main">
              <a:ext uri="{FF2B5EF4-FFF2-40B4-BE49-F238E27FC236}">
                <a16:creationId xmlns:a16="http://schemas.microsoft.com/office/drawing/2014/main" id="{224D4AE2-0929-45A6-8710-699F0C7F2B08}"/>
              </a:ext>
            </a:extLst>
          </p:cNvPr>
          <p:cNvSpPr>
            <a:spLocks xmlns:a="http://schemas.openxmlformats.org/drawingml/2006/main" noGrp="1"/>
          </p:cNvSpPr>
          <p:nvPr/>
        </p:nvSpPr>
        <p:spPr>
          <a:xfrm xmlns:a="http://schemas.openxmlformats.org/drawingml/2006/main">
            <a:off x="6381750" y="2171700"/>
            <a:ext cx="3143250" cy="247650"/>
          </a:xfrm>
          <a:prstGeom xmlns:a="http://schemas.openxmlformats.org/drawingml/2006/main" prst="roundRect">
            <a:avLst>
              <a:gd name="adj" fmla="val 30769"/>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PHỎNG VẤN CHUYÊN SÂU &amp; ĐỊNH HƯỚNG (N=9)</a:t>
            </a:r>
          </a:p>
        </p:txBody>
      </p:sp>
      <p:sp>
        <p:nvSpPr>
          <p:cNvPr id="39" name="supp-card-0">
            <a:extLst xmlns:a="http://schemas.openxmlformats.org/drawingml/2006/main">
              <a:ext uri="{FF2B5EF4-FFF2-40B4-BE49-F238E27FC236}">
                <a16:creationId xmlns:a16="http://schemas.microsoft.com/office/drawing/2014/main" id="{244A9748-D8A4-4A1F-8C14-CD3405B93D22}"/>
              </a:ext>
            </a:extLst>
          </p:cNvPr>
          <p:cNvSpPr>
            <a:spLocks xmlns:a="http://schemas.openxmlformats.org/drawingml/2006/main" noGrp="1"/>
          </p:cNvSpPr>
          <p:nvPr/>
        </p:nvSpPr>
        <p:spPr>
          <a:xfrm xmlns:a="http://schemas.openxmlformats.org/drawingml/2006/main">
            <a:off x="6381750" y="2514600"/>
            <a:ext cx="4714875" cy="647700"/>
          </a:xfrm>
          <a:prstGeom xmlns:a="http://schemas.openxmlformats.org/drawingml/2006/main" prst="roundRect">
            <a:avLst>
              <a:gd name="adj" fmla="val 17647"/>
            </a:avLst>
          </a:prstGeom>
          <a:solidFill xmlns:a="http://schemas.openxmlformats.org/drawingml/2006/main">
            <a:srgbClr val="F5F3FF"/>
          </a:solidFill>
          <a:ln xmlns:a="http://schemas.openxmlformats.org/drawingml/2006/main" w="9525">
            <a:solidFill>
              <a:srgbClr val="DDD6FE"/>
            </a:solidFill>
            <a:prstDash val="solid"/>
          </a:ln>
        </p:spPr>
      </p:sp>
      <p:sp>
        <p:nvSpPr>
          <p:cNvPr id="40" name="supp-p-0">
            <a:extLst xmlns:a="http://schemas.openxmlformats.org/drawingml/2006/main">
              <a:ext uri="{FF2B5EF4-FFF2-40B4-BE49-F238E27FC236}">
                <a16:creationId xmlns:a16="http://schemas.microsoft.com/office/drawing/2014/main" id="{E1FDEC1D-0F70-4F71-9308-FE7A974F5DCC}"/>
              </a:ext>
            </a:extLst>
          </p:cNvPr>
          <p:cNvSpPr>
            <a:spLocks xmlns:a="http://schemas.openxmlformats.org/drawingml/2006/main" noGrp="1"/>
          </p:cNvSpPr>
          <p:nvPr/>
        </p:nvSpPr>
        <p:spPr>
          <a:xfrm xmlns:a="http://schemas.openxmlformats.org/drawingml/2006/main">
            <a:off x="6524625" y="2590800"/>
            <a:ext cx="1333500" cy="228600"/>
          </a:xfrm>
          <a:prstGeom xmlns:a="http://schemas.openxmlformats.org/drawingml/2006/main" prst="roundRect">
            <a:avLst>
              <a:gd name="adj" fmla="val 33333"/>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825" b="1" i="0">
                <a:solidFill>
                  <a:srgbClr val="3730A3"/>
                </a:solidFill>
                <a:latin typeface="Segoe UI"/>
                <a:ea typeface="Segoe UI"/>
                <a:cs typeface="Segoe UI"/>
              </a:defRPr>
            </a:pPr>
            <a:r>
              <a:rPr sz="825" b="1" i="0">
                <a:solidFill>
                  <a:srgbClr val="3730A3"/>
                </a:solidFill>
                <a:latin typeface="Segoe UI"/>
                <a:ea typeface="Segoe UI"/>
                <a:cs typeface="Segoe UI"/>
              </a:rPr>
              <a:t>6 PHỎNG VẤN GỐC</a:t>
            </a:r>
          </a:p>
        </p:txBody>
      </p:sp>
      <p:sp>
        <p:nvSpPr>
          <p:cNvPr id="41" name="supp-r-0">
            <a:extLst xmlns:a="http://schemas.openxmlformats.org/drawingml/2006/main">
              <a:ext uri="{FF2B5EF4-FFF2-40B4-BE49-F238E27FC236}">
                <a16:creationId xmlns:a16="http://schemas.microsoft.com/office/drawing/2014/main" id="{EBF733E0-133F-45A6-9AD6-0E678861FAE7}"/>
              </a:ext>
            </a:extLst>
          </p:cNvPr>
          <p:cNvSpPr>
            <a:spLocks xmlns:a="http://schemas.openxmlformats.org/drawingml/2006/main" noGrp="1"/>
          </p:cNvSpPr>
          <p:nvPr/>
        </p:nvSpPr>
        <p:spPr>
          <a:xfrm xmlns:a="http://schemas.openxmlformats.org/drawingml/2006/main">
            <a:off x="7953375" y="2590800"/>
            <a:ext cx="300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6923"/>
          </a:bodyPr>
          <a:lstStyle xmlns:a="http://schemas.openxmlformats.org/drawingml/2006/main"/>
          <a:p xmlns:a="http://schemas.openxmlformats.org/drawingml/2006/main">
            <a:pPr algn="l">
              <a:buNone/>
              <a:defRPr sz="975" b="1" i="0">
                <a:solidFill>
                  <a:srgbClr val="1E293B"/>
                </a:solidFill>
                <a:latin typeface="Segoe UI"/>
                <a:ea typeface="Segoe UI"/>
                <a:cs typeface="Segoe UI"/>
              </a:defRPr>
            </a:pPr>
            <a:r>
              <a:rPr sz="975" b="1" i="0">
                <a:solidFill>
                  <a:srgbClr val="1E293B"/>
                </a:solidFill>
                <a:latin typeface="Segoe UI"/>
                <a:ea typeface="Segoe UI"/>
                <a:cs typeface="Segoe UI"/>
              </a:rPr>
              <a:t>Đồng thuận cao</a:t>
            </a:r>
          </a:p>
        </p:txBody>
      </p:sp>
      <p:sp>
        <p:nvSpPr>
          <p:cNvPr id="42" name="supp-d-0">
            <a:extLst xmlns:a="http://schemas.openxmlformats.org/drawingml/2006/main">
              <a:ext uri="{FF2B5EF4-FFF2-40B4-BE49-F238E27FC236}">
                <a16:creationId xmlns:a16="http://schemas.microsoft.com/office/drawing/2014/main" id="{57C258D6-FDA1-4D67-A275-9735100FDDD2}"/>
              </a:ext>
            </a:extLst>
          </p:cNvPr>
          <p:cNvSpPr>
            <a:spLocks xmlns:a="http://schemas.openxmlformats.org/drawingml/2006/main" noGrp="1"/>
          </p:cNvSpPr>
          <p:nvPr/>
        </p:nvSpPr>
        <p:spPr>
          <a:xfrm xmlns:a="http://schemas.openxmlformats.org/drawingml/2006/main">
            <a:off x="6524625" y="2838450"/>
            <a:ext cx="442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285"/>
          </a:bodyPr>
          <a:lstStyle xmlns:a="http://schemas.openxmlformats.org/drawingml/2006/main"/>
          <a:p xmlns:a="http://schemas.openxmlformats.org/drawingml/2006/main">
            <a:pPr algn="l">
              <a:buNone/>
              <a:defRPr sz="863" b="0" i="0">
                <a:solidFill>
                  <a:srgbClr val="475569"/>
                </a:solidFill>
                <a:latin typeface="Segoe UI"/>
                <a:ea typeface="Segoe UI"/>
                <a:cs typeface="Segoe UI"/>
              </a:defRPr>
            </a:pPr>
            <a:r>
              <a:rPr sz="863" b="0" i="0">
                <a:solidFill>
                  <a:srgbClr val="475569"/>
                </a:solidFill>
                <a:latin typeface="Segoe UI"/>
                <a:ea typeface="Segoe UI"/>
                <a:cs typeface="Segoe UI"/>
              </a:rPr>
              <a:t>100% cần lịch nhắc nhở ôn tập SRS tự động; 83.3% cần sửa lỗi ngữ pháp &amp; theo dõi chuỗi ngày Streak.</a:t>
            </a:r>
          </a:p>
        </p:txBody>
      </p:sp>
      <p:sp>
        <p:nvSpPr>
          <p:cNvPr id="43" name="supp-card-1">
            <a:extLst xmlns:a="http://schemas.openxmlformats.org/drawingml/2006/main">
              <a:ext uri="{FF2B5EF4-FFF2-40B4-BE49-F238E27FC236}">
                <a16:creationId xmlns:a16="http://schemas.microsoft.com/office/drawing/2014/main" id="{B0CB1A55-B695-4EC1-8CD0-79604F1B1846}"/>
              </a:ext>
            </a:extLst>
          </p:cNvPr>
          <p:cNvSpPr>
            <a:spLocks xmlns:a="http://schemas.openxmlformats.org/drawingml/2006/main" noGrp="1"/>
          </p:cNvSpPr>
          <p:nvPr/>
        </p:nvSpPr>
        <p:spPr>
          <a:xfrm xmlns:a="http://schemas.openxmlformats.org/drawingml/2006/main">
            <a:off x="6381750" y="3219450"/>
            <a:ext cx="4714875" cy="647700"/>
          </a:xfrm>
          <a:prstGeom xmlns:a="http://schemas.openxmlformats.org/drawingml/2006/main" prst="roundRect">
            <a:avLst>
              <a:gd name="adj" fmla="val 17647"/>
            </a:avLst>
          </a:prstGeom>
          <a:solidFill xmlns:a="http://schemas.openxmlformats.org/drawingml/2006/main">
            <a:srgbClr val="F8FAFC"/>
          </a:solidFill>
          <a:ln xmlns:a="http://schemas.openxmlformats.org/drawingml/2006/main" w="9525">
            <a:solidFill>
              <a:srgbClr val="E2E8F0"/>
            </a:solidFill>
            <a:prstDash val="solid"/>
          </a:ln>
        </p:spPr>
      </p:sp>
      <p:sp>
        <p:nvSpPr>
          <p:cNvPr id="44" name="supp-p-1">
            <a:extLst xmlns:a="http://schemas.openxmlformats.org/drawingml/2006/main">
              <a:ext uri="{FF2B5EF4-FFF2-40B4-BE49-F238E27FC236}">
                <a16:creationId xmlns:a16="http://schemas.microsoft.com/office/drawing/2014/main" id="{16B45BB2-144A-418B-845D-8E38C0A578C6}"/>
              </a:ext>
            </a:extLst>
          </p:cNvPr>
          <p:cNvSpPr>
            <a:spLocks xmlns:a="http://schemas.openxmlformats.org/drawingml/2006/main" noGrp="1"/>
          </p:cNvSpPr>
          <p:nvPr/>
        </p:nvSpPr>
        <p:spPr>
          <a:xfrm xmlns:a="http://schemas.openxmlformats.org/drawingml/2006/main">
            <a:off x="6524625" y="3295650"/>
            <a:ext cx="1333500" cy="228600"/>
          </a:xfrm>
          <a:prstGeom xmlns:a="http://schemas.openxmlformats.org/drawingml/2006/main" prst="roundRect">
            <a:avLst>
              <a:gd name="adj" fmla="val 33333"/>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825" b="1" i="0">
                <a:solidFill>
                  <a:srgbClr val="0369A1"/>
                </a:solidFill>
                <a:latin typeface="Segoe UI"/>
                <a:ea typeface="Segoe UI"/>
                <a:cs typeface="Segoe UI"/>
              </a:defRPr>
            </a:pPr>
            <a:r>
              <a:rPr sz="825" b="1" i="0">
                <a:solidFill>
                  <a:srgbClr val="0369A1"/>
                </a:solidFill>
                <a:latin typeface="Segoe UI"/>
                <a:ea typeface="Segoe UI"/>
                <a:cs typeface="Segoe UI"/>
              </a:rPr>
              <a:t>IV-SUPP-01 (ĐTVT)</a:t>
            </a:r>
          </a:p>
        </p:txBody>
      </p:sp>
      <p:sp>
        <p:nvSpPr>
          <p:cNvPr id="45" name="supp-r-1">
            <a:extLst xmlns:a="http://schemas.openxmlformats.org/drawingml/2006/main">
              <a:ext uri="{FF2B5EF4-FFF2-40B4-BE49-F238E27FC236}">
                <a16:creationId xmlns:a16="http://schemas.microsoft.com/office/drawing/2014/main" id="{3F22B828-9A08-4816-A99F-47257313CB25}"/>
              </a:ext>
            </a:extLst>
          </p:cNvPr>
          <p:cNvSpPr>
            <a:spLocks xmlns:a="http://schemas.openxmlformats.org/drawingml/2006/main" noGrp="1"/>
          </p:cNvSpPr>
          <p:nvPr/>
        </p:nvSpPr>
        <p:spPr>
          <a:xfrm xmlns:a="http://schemas.openxmlformats.org/drawingml/2006/main">
            <a:off x="7953375" y="3295650"/>
            <a:ext cx="300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6923"/>
          </a:bodyPr>
          <a:lstStyle xmlns:a="http://schemas.openxmlformats.org/drawingml/2006/main"/>
          <a:p xmlns:a="http://schemas.openxmlformats.org/drawingml/2006/main">
            <a:pPr algn="l">
              <a:buNone/>
              <a:defRPr sz="975" b="1" i="0">
                <a:solidFill>
                  <a:srgbClr val="1E293B"/>
                </a:solidFill>
                <a:latin typeface="Segoe UI"/>
                <a:ea typeface="Segoe UI"/>
                <a:cs typeface="Segoe UI"/>
              </a:defRPr>
            </a:pPr>
            <a:r>
              <a:rPr sz="975" b="1" i="0">
                <a:solidFill>
                  <a:srgbClr val="1E293B"/>
                </a:solidFill>
                <a:latin typeface="Segoe UI"/>
                <a:ea typeface="Segoe UI"/>
                <a:cs typeface="Segoe UI"/>
              </a:rPr>
              <a:t>SV Năm 4</a:t>
            </a:r>
          </a:p>
        </p:txBody>
      </p:sp>
      <p:sp>
        <p:nvSpPr>
          <p:cNvPr id="46" name="supp-d-1">
            <a:extLst xmlns:a="http://schemas.openxmlformats.org/drawingml/2006/main">
              <a:ext uri="{FF2B5EF4-FFF2-40B4-BE49-F238E27FC236}">
                <a16:creationId xmlns:a16="http://schemas.microsoft.com/office/drawing/2014/main" id="{DD9FAE62-7B06-4832-B2F7-41B4E2BBB1D4}"/>
              </a:ext>
            </a:extLst>
          </p:cNvPr>
          <p:cNvSpPr>
            <a:spLocks xmlns:a="http://schemas.openxmlformats.org/drawingml/2006/main" noGrp="1"/>
          </p:cNvSpPr>
          <p:nvPr/>
        </p:nvSpPr>
        <p:spPr>
          <a:xfrm xmlns:a="http://schemas.openxmlformats.org/drawingml/2006/main">
            <a:off x="6524625" y="3543300"/>
            <a:ext cx="442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9639"/>
          </a:bodyPr>
          <a:lstStyle xmlns:a="http://schemas.openxmlformats.org/drawingml/2006/main"/>
          <a:p xmlns:a="http://schemas.openxmlformats.org/drawingml/2006/main">
            <a:pPr algn="l">
              <a:buNone/>
              <a:defRPr sz="863" b="0" i="0">
                <a:solidFill>
                  <a:srgbClr val="475569"/>
                </a:solidFill>
                <a:latin typeface="Segoe UI"/>
                <a:ea typeface="Segoe UI"/>
                <a:cs typeface="Segoe UI"/>
              </a:defRPr>
            </a:pPr>
            <a:r>
              <a:rPr sz="863" b="0" i="0">
                <a:solidFill>
                  <a:srgbClr val="475569"/>
                </a:solidFill>
                <a:latin typeface="Segoe UI"/>
                <a:ea typeface="Segoe UI"/>
                <a:cs typeface="Segoe UI"/>
              </a:rPr>
              <a:t>Đề xuất bài kiểm tra đầu vào (Placement Test) để tự động định vị cấp độ bài học phù hợp năng lực.</a:t>
            </a:r>
          </a:p>
        </p:txBody>
      </p:sp>
      <p:sp>
        <p:nvSpPr>
          <p:cNvPr id="47" name="supp-card-2">
            <a:extLst xmlns:a="http://schemas.openxmlformats.org/drawingml/2006/main">
              <a:ext uri="{FF2B5EF4-FFF2-40B4-BE49-F238E27FC236}">
                <a16:creationId xmlns:a16="http://schemas.microsoft.com/office/drawing/2014/main" id="{8403F6AC-8043-457E-B6DA-AE82DF1D829F}"/>
              </a:ext>
            </a:extLst>
          </p:cNvPr>
          <p:cNvSpPr>
            <a:spLocks xmlns:a="http://schemas.openxmlformats.org/drawingml/2006/main" noGrp="1"/>
          </p:cNvSpPr>
          <p:nvPr/>
        </p:nvSpPr>
        <p:spPr>
          <a:xfrm xmlns:a="http://schemas.openxmlformats.org/drawingml/2006/main">
            <a:off x="6381750" y="3924300"/>
            <a:ext cx="4714875" cy="647700"/>
          </a:xfrm>
          <a:prstGeom xmlns:a="http://schemas.openxmlformats.org/drawingml/2006/main" prst="roundRect">
            <a:avLst>
              <a:gd name="adj" fmla="val 17647"/>
            </a:avLst>
          </a:prstGeom>
          <a:solidFill xmlns:a="http://schemas.openxmlformats.org/drawingml/2006/main">
            <a:srgbClr val="F8FAFC"/>
          </a:solidFill>
          <a:ln xmlns:a="http://schemas.openxmlformats.org/drawingml/2006/main" w="9525">
            <a:solidFill>
              <a:srgbClr val="E2E8F0"/>
            </a:solidFill>
            <a:prstDash val="solid"/>
          </a:ln>
        </p:spPr>
      </p:sp>
      <p:sp>
        <p:nvSpPr>
          <p:cNvPr id="48" name="supp-p-2">
            <a:extLst xmlns:a="http://schemas.openxmlformats.org/drawingml/2006/main">
              <a:ext uri="{FF2B5EF4-FFF2-40B4-BE49-F238E27FC236}">
                <a16:creationId xmlns:a16="http://schemas.microsoft.com/office/drawing/2014/main" id="{4B5EC93D-2361-46A0-BF22-CDA5FCFB7849}"/>
              </a:ext>
            </a:extLst>
          </p:cNvPr>
          <p:cNvSpPr>
            <a:spLocks xmlns:a="http://schemas.openxmlformats.org/drawingml/2006/main" noGrp="1"/>
          </p:cNvSpPr>
          <p:nvPr/>
        </p:nvSpPr>
        <p:spPr>
          <a:xfrm xmlns:a="http://schemas.openxmlformats.org/drawingml/2006/main">
            <a:off x="6524625" y="4000500"/>
            <a:ext cx="1333500" cy="228600"/>
          </a:xfrm>
          <a:prstGeom xmlns:a="http://schemas.openxmlformats.org/drawingml/2006/main" prst="roundRect">
            <a:avLst>
              <a:gd name="adj" fmla="val 33333"/>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825" b="1" i="0">
                <a:solidFill>
                  <a:srgbClr val="0369A1"/>
                </a:solidFill>
                <a:latin typeface="Segoe UI"/>
                <a:ea typeface="Segoe UI"/>
                <a:cs typeface="Segoe UI"/>
              </a:defRPr>
            </a:pPr>
            <a:r>
              <a:rPr sz="825" b="1" i="0">
                <a:solidFill>
                  <a:srgbClr val="0369A1"/>
                </a:solidFill>
                <a:latin typeface="Segoe UI"/>
                <a:ea typeface="Segoe UI"/>
                <a:cs typeface="Segoe UI"/>
              </a:rPr>
              <a:t>IV-SUPP-02 (CNTT)</a:t>
            </a:r>
          </a:p>
        </p:txBody>
      </p:sp>
      <p:sp>
        <p:nvSpPr>
          <p:cNvPr id="49" name="supp-r-2">
            <a:extLst xmlns:a="http://schemas.openxmlformats.org/drawingml/2006/main">
              <a:ext uri="{FF2B5EF4-FFF2-40B4-BE49-F238E27FC236}">
                <a16:creationId xmlns:a16="http://schemas.microsoft.com/office/drawing/2014/main" id="{66AF88F4-BFC9-4029-A534-059895C062FF}"/>
              </a:ext>
            </a:extLst>
          </p:cNvPr>
          <p:cNvSpPr>
            <a:spLocks xmlns:a="http://schemas.openxmlformats.org/drawingml/2006/main" noGrp="1"/>
          </p:cNvSpPr>
          <p:nvPr/>
        </p:nvSpPr>
        <p:spPr>
          <a:xfrm xmlns:a="http://schemas.openxmlformats.org/drawingml/2006/main">
            <a:off x="7953375" y="4000500"/>
            <a:ext cx="300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6923"/>
          </a:bodyPr>
          <a:lstStyle xmlns:a="http://schemas.openxmlformats.org/drawingml/2006/main"/>
          <a:p xmlns:a="http://schemas.openxmlformats.org/drawingml/2006/main">
            <a:pPr algn="l">
              <a:buNone/>
              <a:defRPr sz="975" b="1" i="0">
                <a:solidFill>
                  <a:srgbClr val="1E293B"/>
                </a:solidFill>
                <a:latin typeface="Segoe UI"/>
                <a:ea typeface="Segoe UI"/>
                <a:cs typeface="Segoe UI"/>
              </a:defRPr>
            </a:pPr>
            <a:r>
              <a:rPr sz="975" b="1" i="0">
                <a:solidFill>
                  <a:srgbClr val="1E293B"/>
                </a:solidFill>
                <a:latin typeface="Segoe UI"/>
                <a:ea typeface="Segoe UI"/>
                <a:cs typeface="Segoe UI"/>
              </a:rPr>
              <a:t>Kỹ sư phần mềm</a:t>
            </a:r>
          </a:p>
        </p:txBody>
      </p:sp>
      <p:sp>
        <p:nvSpPr>
          <p:cNvPr id="50" name="supp-d-2">
            <a:extLst xmlns:a="http://schemas.openxmlformats.org/drawingml/2006/main">
              <a:ext uri="{FF2B5EF4-FFF2-40B4-BE49-F238E27FC236}">
                <a16:creationId xmlns:a16="http://schemas.microsoft.com/office/drawing/2014/main" id="{87A712D1-D5DA-4254-A26E-00E259637C55}"/>
              </a:ext>
            </a:extLst>
          </p:cNvPr>
          <p:cNvSpPr>
            <a:spLocks xmlns:a="http://schemas.openxmlformats.org/drawingml/2006/main" noGrp="1"/>
          </p:cNvSpPr>
          <p:nvPr/>
        </p:nvSpPr>
        <p:spPr>
          <a:xfrm xmlns:a="http://schemas.openxmlformats.org/drawingml/2006/main">
            <a:off x="6524625" y="4248150"/>
            <a:ext cx="442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4912"/>
          </a:bodyPr>
          <a:lstStyle xmlns:a="http://schemas.openxmlformats.org/drawingml/2006/main"/>
          <a:p xmlns:a="http://schemas.openxmlformats.org/drawingml/2006/main">
            <a:pPr algn="l">
              <a:buNone/>
              <a:defRPr sz="863" b="0" i="0">
                <a:solidFill>
                  <a:srgbClr val="475569"/>
                </a:solidFill>
                <a:latin typeface="Segoe UI"/>
                <a:ea typeface="Segoe UI"/>
                <a:cs typeface="Segoe UI"/>
              </a:defRPr>
            </a:pPr>
            <a:r>
              <a:rPr sz="863" b="0" i="0">
                <a:solidFill>
                  <a:srgbClr val="475569"/>
                </a:solidFill>
                <a:latin typeface="Segoe UI"/>
                <a:ea typeface="Segoe UI"/>
                <a:cs typeface="Segoe UI"/>
              </a:rPr>
              <a:t>Mong muốn hệ thống huy hiệu thành tích cá nhân để tăng động lực mà không bị áp lực bảng xếp hạng.</a:t>
            </a:r>
          </a:p>
        </p:txBody>
      </p:sp>
      <p:sp>
        <p:nvSpPr>
          <p:cNvPr id="51" name="supp-card-3">
            <a:extLst xmlns:a="http://schemas.openxmlformats.org/drawingml/2006/main">
              <a:ext uri="{FF2B5EF4-FFF2-40B4-BE49-F238E27FC236}">
                <a16:creationId xmlns:a16="http://schemas.microsoft.com/office/drawing/2014/main" id="{0707E87E-67DA-4B51-A727-8E2E878BCD5D}"/>
              </a:ext>
            </a:extLst>
          </p:cNvPr>
          <p:cNvSpPr>
            <a:spLocks xmlns:a="http://schemas.openxmlformats.org/drawingml/2006/main" noGrp="1"/>
          </p:cNvSpPr>
          <p:nvPr/>
        </p:nvSpPr>
        <p:spPr>
          <a:xfrm xmlns:a="http://schemas.openxmlformats.org/drawingml/2006/main">
            <a:off x="6381750" y="4629150"/>
            <a:ext cx="4714875" cy="647700"/>
          </a:xfrm>
          <a:prstGeom xmlns:a="http://schemas.openxmlformats.org/drawingml/2006/main" prst="roundRect">
            <a:avLst>
              <a:gd name="adj" fmla="val 17647"/>
            </a:avLst>
          </a:prstGeom>
          <a:solidFill xmlns:a="http://schemas.openxmlformats.org/drawingml/2006/main">
            <a:srgbClr val="F8FAFC"/>
          </a:solidFill>
          <a:ln xmlns:a="http://schemas.openxmlformats.org/drawingml/2006/main" w="9525">
            <a:solidFill>
              <a:srgbClr val="E2E8F0"/>
            </a:solidFill>
            <a:prstDash val="solid"/>
          </a:ln>
        </p:spPr>
      </p:sp>
      <p:sp>
        <p:nvSpPr>
          <p:cNvPr id="52" name="supp-p-3">
            <a:extLst xmlns:a="http://schemas.openxmlformats.org/drawingml/2006/main">
              <a:ext uri="{FF2B5EF4-FFF2-40B4-BE49-F238E27FC236}">
                <a16:creationId xmlns:a16="http://schemas.microsoft.com/office/drawing/2014/main" id="{05CF72FE-A51A-4A09-8520-0056F97FA61F}"/>
              </a:ext>
            </a:extLst>
          </p:cNvPr>
          <p:cNvSpPr>
            <a:spLocks xmlns:a="http://schemas.openxmlformats.org/drawingml/2006/main" noGrp="1"/>
          </p:cNvSpPr>
          <p:nvPr/>
        </p:nvSpPr>
        <p:spPr>
          <a:xfrm xmlns:a="http://schemas.openxmlformats.org/drawingml/2006/main">
            <a:off x="6524625" y="4705350"/>
            <a:ext cx="1333500" cy="228600"/>
          </a:xfrm>
          <a:prstGeom xmlns:a="http://schemas.openxmlformats.org/drawingml/2006/main" prst="roundRect">
            <a:avLst>
              <a:gd name="adj" fmla="val 33333"/>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825" b="1" i="0">
                <a:solidFill>
                  <a:srgbClr val="0369A1"/>
                </a:solidFill>
                <a:latin typeface="Segoe UI"/>
                <a:ea typeface="Segoe UI"/>
                <a:cs typeface="Segoe UI"/>
              </a:defRPr>
            </a:pPr>
            <a:r>
              <a:rPr sz="825" b="1" i="0">
                <a:solidFill>
                  <a:srgbClr val="0369A1"/>
                </a:solidFill>
                <a:latin typeface="Segoe UI"/>
                <a:ea typeface="Segoe UI"/>
                <a:cs typeface="Segoe UI"/>
              </a:rPr>
              <a:t>IV-SUPP-03 (TOEIC)</a:t>
            </a:r>
          </a:p>
        </p:txBody>
      </p:sp>
      <p:sp>
        <p:nvSpPr>
          <p:cNvPr id="53" name="supp-r-3">
            <a:extLst xmlns:a="http://schemas.openxmlformats.org/drawingml/2006/main">
              <a:ext uri="{FF2B5EF4-FFF2-40B4-BE49-F238E27FC236}">
                <a16:creationId xmlns:a16="http://schemas.microsoft.com/office/drawing/2014/main" id="{6B8B3D78-6364-408A-AE1B-FDBC8198BC58}"/>
              </a:ext>
            </a:extLst>
          </p:cNvPr>
          <p:cNvSpPr>
            <a:spLocks xmlns:a="http://schemas.openxmlformats.org/drawingml/2006/main" noGrp="1"/>
          </p:cNvSpPr>
          <p:nvPr/>
        </p:nvSpPr>
        <p:spPr>
          <a:xfrm xmlns:a="http://schemas.openxmlformats.org/drawingml/2006/main">
            <a:off x="7953375" y="4705350"/>
            <a:ext cx="300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6923"/>
          </a:bodyPr>
          <a:lstStyle xmlns:a="http://schemas.openxmlformats.org/drawingml/2006/main"/>
          <a:p xmlns:a="http://schemas.openxmlformats.org/drawingml/2006/main">
            <a:pPr algn="l">
              <a:buNone/>
              <a:defRPr sz="975" b="1" i="0">
                <a:solidFill>
                  <a:srgbClr val="1E293B"/>
                </a:solidFill>
                <a:latin typeface="Segoe UI"/>
                <a:ea typeface="Segoe UI"/>
                <a:cs typeface="Segoe UI"/>
              </a:defRPr>
            </a:pPr>
            <a:r>
              <a:rPr sz="975" b="1" i="0">
                <a:solidFill>
                  <a:srgbClr val="1E293B"/>
                </a:solidFill>
                <a:latin typeface="Segoe UI"/>
                <a:ea typeface="Segoe UI"/>
                <a:cs typeface="Segoe UI"/>
              </a:rPr>
              <a:t>Học viên TOEIC</a:t>
            </a:r>
          </a:p>
        </p:txBody>
      </p:sp>
      <p:sp>
        <p:nvSpPr>
          <p:cNvPr id="54" name="supp-d-3">
            <a:extLst xmlns:a="http://schemas.openxmlformats.org/drawingml/2006/main">
              <a:ext uri="{FF2B5EF4-FFF2-40B4-BE49-F238E27FC236}">
                <a16:creationId xmlns:a16="http://schemas.microsoft.com/office/drawing/2014/main" id="{47BB99F2-FD4B-40BD-95E4-B0E6EA6E7EE2}"/>
              </a:ext>
            </a:extLst>
          </p:cNvPr>
          <p:cNvSpPr>
            <a:spLocks xmlns:a="http://schemas.openxmlformats.org/drawingml/2006/main" noGrp="1"/>
          </p:cNvSpPr>
          <p:nvPr/>
        </p:nvSpPr>
        <p:spPr>
          <a:xfrm xmlns:a="http://schemas.openxmlformats.org/drawingml/2006/main">
            <a:off x="6524625" y="4953000"/>
            <a:ext cx="442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863" b="0" i="0">
                <a:solidFill>
                  <a:srgbClr val="475569"/>
                </a:solidFill>
                <a:latin typeface="Segoe UI"/>
                <a:ea typeface="Segoe UI"/>
                <a:cs typeface="Segoe UI"/>
              </a:defRPr>
            </a:pPr>
            <a:r>
              <a:rPr sz="863" b="0" i="0">
                <a:solidFill>
                  <a:srgbClr val="475569"/>
                </a:solidFill>
                <a:latin typeface="Segoe UI"/>
                <a:ea typeface="Segoe UI"/>
                <a:cs typeface="Segoe UI"/>
              </a:rPr>
              <a:t>Đề xuất nhắc nhở trong ứng dụng và bài tập theo ngữ cảnh sát với giao tiếp hằng ngày.</a:t>
            </a:r>
          </a:p>
        </p:txBody>
      </p:sp>
    </p:spTree>
    <p:extLst>
      <p:ext uri="{BB962C8B-B14F-4D97-AF65-F5344CB8AC3E}">
        <p14:creationId xmlns:p14="http://schemas.microsoft.com/office/powerpoint/2010/main" val="35889195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9"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8">
            <a:extLst xmlns:a="http://schemas.openxmlformats.org/drawingml/2006/main">
              <a:ext uri="{FF2B5EF4-FFF2-40B4-BE49-F238E27FC236}">
                <a16:creationId xmlns:a16="http://schemas.microsoft.com/office/drawing/2014/main" id="{E6CEFFD6-A096-48E7-B6AA-EE535EB3ADDD}"/>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PHÂN TÍCH YÊU CẦU TỪ KHẢO SÁT THỰC TẾ</a:t>
            </a:r>
          </a:p>
        </p:txBody>
      </p:sp>
      <p:sp>
        <p:nvSpPr>
          <p:cNvPr id="3" name="title-8">
            <a:extLst xmlns:a="http://schemas.openxmlformats.org/drawingml/2006/main">
              <a:ext uri="{FF2B5EF4-FFF2-40B4-BE49-F238E27FC236}">
                <a16:creationId xmlns:a16="http://schemas.microsoft.com/office/drawing/2014/main" id="{A2001B49-A272-4C81-9C95-8164B57666B8}"/>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2025" b="1" i="0">
                <a:solidFill>
                  <a:srgbClr val="2D1976"/>
                </a:solidFill>
                <a:latin typeface="Segoe UI"/>
                <a:ea typeface="Segoe UI"/>
                <a:cs typeface="Segoe UI"/>
              </a:defRPr>
            </a:pPr>
            <a:r>
              <a:rPr sz="2025" b="1" i="0">
                <a:solidFill>
                  <a:srgbClr val="2D1976"/>
                </a:solidFill>
                <a:latin typeface="Segoe UI"/>
                <a:ea typeface="Segoe UI"/>
                <a:cs typeface="Segoe UI"/>
              </a:rPr>
              <a:t>TỔNG HỢP NHU CẦU VÀ YÊU CẦU NGƯỜI HỌC</a:t>
            </a:r>
          </a:p>
        </p:txBody>
      </p:sp>
      <p:sp>
        <p:nvSpPr>
          <p:cNvPr id="4" name="rule-8">
            <a:extLst xmlns:a="http://schemas.openxmlformats.org/drawingml/2006/main">
              <a:ext uri="{FF2B5EF4-FFF2-40B4-BE49-F238E27FC236}">
                <a16:creationId xmlns:a16="http://schemas.microsoft.com/office/drawing/2014/main" id="{428C3EDB-39F4-4725-9CE7-FC48CB60DF3B}"/>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slot-survey-bg">
            <a:extLst xmlns:a="http://schemas.openxmlformats.org/drawingml/2006/main">
              <a:ext uri="{FF2B5EF4-FFF2-40B4-BE49-F238E27FC236}">
                <a16:creationId xmlns:a16="http://schemas.microsoft.com/office/drawing/2014/main" id="{4E8E5645-697F-49A0-89F6-589379619C80}"/>
              </a:ext>
            </a:extLst>
          </p:cNvPr>
          <p:cNvSpPr>
            <a:spLocks xmlns:a="http://schemas.openxmlformats.org/drawingml/2006/main" noGrp="1"/>
          </p:cNvSpPr>
          <p:nvPr/>
        </p:nvSpPr>
        <p:spPr>
          <a:xfrm xmlns:a="http://schemas.openxmlformats.org/drawingml/2006/main">
            <a:off x="904875" y="2047875"/>
            <a:ext cx="5048250" cy="247650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11430">
            <a:solidFill>
              <a:srgbClr val="DDD6FE"/>
            </a:solidFill>
            <a:prstDash val="solid"/>
          </a:ln>
        </p:spPr>
      </p:sp>
      <p:sp>
        <p:nvSpPr>
          <p:cNvPr id="6" name="slot-survey-tag">
            <a:extLst xmlns:a="http://schemas.openxmlformats.org/drawingml/2006/main">
              <a:ext uri="{FF2B5EF4-FFF2-40B4-BE49-F238E27FC236}">
                <a16:creationId xmlns:a16="http://schemas.microsoft.com/office/drawing/2014/main" id="{DD3A8871-B215-4948-9253-510C89415804}"/>
              </a:ext>
            </a:extLst>
          </p:cNvPr>
          <p:cNvSpPr>
            <a:spLocks xmlns:a="http://schemas.openxmlformats.org/drawingml/2006/main" noGrp="1"/>
          </p:cNvSpPr>
          <p:nvPr/>
        </p:nvSpPr>
        <p:spPr>
          <a:xfrm xmlns:a="http://schemas.openxmlformats.org/drawingml/2006/main">
            <a:off x="1019175" y="2105025"/>
            <a:ext cx="304800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3730A3"/>
                </a:solidFill>
                <a:latin typeface="Segoe UI"/>
                <a:ea typeface="Segoe UI"/>
                <a:cs typeface="Segoe UI"/>
              </a:defRPr>
            </a:pPr>
            <a:r>
              <a:rPr sz="825" b="1" i="0">
                <a:solidFill>
                  <a:srgbClr val="3730A3"/>
                </a:solidFill>
                <a:latin typeface="Segoe UI"/>
                <a:ea typeface="Segoe UI"/>
                <a:cs typeface="Segoe UI"/>
              </a:rPr>
              <a:t>ĐÁNH GIÁ NHU CẦU ÔN TẬP SRS</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b5915ec5364e4d3d"/>
          <a:stretch xmlns:a="http://schemas.openxmlformats.org/drawingml/2006/main"/>
        </p:blipFill>
        <p:spPr>
          <a:xfrm xmlns:a="http://schemas.openxmlformats.org/drawingml/2006/main">
            <a:off x="1884947" y="2333625"/>
            <a:ext cx="3088105" cy="2095500"/>
          </a:xfrm>
          <a:prstGeom xmlns:a="http://schemas.openxmlformats.org/drawingml/2006/main" prst="rect">
            <a:avLst/>
          </a:prstGeom>
        </p:spPr>
      </p:pic>
      <p:sp>
        <p:nvSpPr>
          <p:cNvPr id="8" name="ms-card-0">
            <a:extLst xmlns:a="http://schemas.openxmlformats.org/drawingml/2006/main">
              <a:ext uri="{FF2B5EF4-FFF2-40B4-BE49-F238E27FC236}">
                <a16:creationId xmlns:a16="http://schemas.microsoft.com/office/drawing/2014/main" id="{22F84EB8-E9C4-496A-BC93-380331207B10}"/>
              </a:ext>
            </a:extLst>
          </p:cNvPr>
          <p:cNvSpPr>
            <a:spLocks xmlns:a="http://schemas.openxmlformats.org/drawingml/2006/main" noGrp="1"/>
          </p:cNvSpPr>
          <p:nvPr/>
        </p:nvSpPr>
        <p:spPr>
          <a:xfrm xmlns:a="http://schemas.openxmlformats.org/drawingml/2006/main">
            <a:off x="904875" y="4619625"/>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1430">
            <a:solidFill>
              <a:srgbClr val="E2E8F0"/>
            </a:solidFill>
            <a:prstDash val="solid"/>
          </a:ln>
        </p:spPr>
      </p:sp>
      <p:sp>
        <p:nvSpPr>
          <p:cNvPr id="9" name="ms-p-0">
            <a:extLst xmlns:a="http://schemas.openxmlformats.org/drawingml/2006/main">
              <a:ext uri="{FF2B5EF4-FFF2-40B4-BE49-F238E27FC236}">
                <a16:creationId xmlns:a16="http://schemas.microsoft.com/office/drawing/2014/main" id="{21751AB0-DF17-4E0D-85F8-9862D9F5BA00}"/>
              </a:ext>
            </a:extLst>
          </p:cNvPr>
          <p:cNvSpPr>
            <a:spLocks xmlns:a="http://schemas.openxmlformats.org/drawingml/2006/main" noGrp="1"/>
          </p:cNvSpPr>
          <p:nvPr/>
        </p:nvSpPr>
        <p:spPr>
          <a:xfrm xmlns:a="http://schemas.openxmlformats.org/drawingml/2006/main">
            <a:off x="1047750" y="4714875"/>
            <a:ext cx="1333500" cy="304800"/>
          </a:xfrm>
          <a:prstGeom xmlns:a="http://schemas.openxmlformats.org/drawingml/2006/main" prst="roundRect">
            <a:avLst>
              <a:gd name="adj" fmla="val 25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200" b="1" i="0">
                <a:solidFill>
                  <a:srgbClr val="3730A3"/>
                </a:solidFill>
                <a:latin typeface="Segoe UI"/>
                <a:ea typeface="Segoe UI"/>
                <a:cs typeface="Segoe UI"/>
              </a:defRPr>
            </a:pPr>
            <a:r>
              <a:rPr sz="1200" b="1" i="0">
                <a:solidFill>
                  <a:srgbClr val="3730A3"/>
                </a:solidFill>
                <a:latin typeface="Segoe UI"/>
                <a:ea typeface="Segoe UI"/>
                <a:cs typeface="Segoe UI"/>
              </a:rPr>
              <a:t>80.0%</a:t>
            </a:r>
          </a:p>
        </p:txBody>
      </p:sp>
      <p:sp>
        <p:nvSpPr>
          <p:cNvPr id="10" name="ms-t-0">
            <a:extLst xmlns:a="http://schemas.openxmlformats.org/drawingml/2006/main">
              <a:ext uri="{FF2B5EF4-FFF2-40B4-BE49-F238E27FC236}">
                <a16:creationId xmlns:a16="http://schemas.microsoft.com/office/drawing/2014/main" id="{DE520B4C-4C4B-4ED3-89DF-221C7FE6C9E9}"/>
              </a:ext>
            </a:extLst>
          </p:cNvPr>
          <p:cNvSpPr>
            <a:spLocks xmlns:a="http://schemas.openxmlformats.org/drawingml/2006/main" noGrp="1"/>
          </p:cNvSpPr>
          <p:nvPr/>
        </p:nvSpPr>
        <p:spPr>
          <a:xfrm xmlns:a="http://schemas.openxmlformats.org/drawingml/2006/main">
            <a:off x="1000125" y="5095875"/>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Mục tiêu công việc</a:t>
            </a:r>
          </a:p>
        </p:txBody>
      </p:sp>
      <p:sp>
        <p:nvSpPr>
          <p:cNvPr id="11" name="ms-card-1">
            <a:extLst xmlns:a="http://schemas.openxmlformats.org/drawingml/2006/main">
              <a:ext uri="{FF2B5EF4-FFF2-40B4-BE49-F238E27FC236}">
                <a16:creationId xmlns:a16="http://schemas.microsoft.com/office/drawing/2014/main" id="{D66F33CE-9FF8-4304-9193-67D166AD2916}"/>
              </a:ext>
            </a:extLst>
          </p:cNvPr>
          <p:cNvSpPr>
            <a:spLocks xmlns:a="http://schemas.openxmlformats.org/drawingml/2006/main" noGrp="1"/>
          </p:cNvSpPr>
          <p:nvPr/>
        </p:nvSpPr>
        <p:spPr>
          <a:xfrm xmlns:a="http://schemas.openxmlformats.org/drawingml/2006/main">
            <a:off x="2619375" y="4619625"/>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1430">
            <a:solidFill>
              <a:srgbClr val="E2E8F0"/>
            </a:solidFill>
            <a:prstDash val="solid"/>
          </a:ln>
        </p:spPr>
      </p:sp>
      <p:sp>
        <p:nvSpPr>
          <p:cNvPr id="12" name="ms-p-1">
            <a:extLst xmlns:a="http://schemas.openxmlformats.org/drawingml/2006/main">
              <a:ext uri="{FF2B5EF4-FFF2-40B4-BE49-F238E27FC236}">
                <a16:creationId xmlns:a16="http://schemas.microsoft.com/office/drawing/2014/main" id="{EEF39D63-A015-48C0-889B-AE66E8D5E960}"/>
              </a:ext>
            </a:extLst>
          </p:cNvPr>
          <p:cNvSpPr>
            <a:spLocks xmlns:a="http://schemas.openxmlformats.org/drawingml/2006/main" noGrp="1"/>
          </p:cNvSpPr>
          <p:nvPr/>
        </p:nvSpPr>
        <p:spPr>
          <a:xfrm xmlns:a="http://schemas.openxmlformats.org/drawingml/2006/main">
            <a:off x="2762250" y="4714875"/>
            <a:ext cx="1333500" cy="304800"/>
          </a:xfrm>
          <a:prstGeom xmlns:a="http://schemas.openxmlformats.org/drawingml/2006/main" prst="roundRect">
            <a:avLst>
              <a:gd name="adj" fmla="val 25000"/>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200" b="1" i="0">
                <a:solidFill>
                  <a:srgbClr val="0369A1"/>
                </a:solidFill>
                <a:latin typeface="Segoe UI"/>
                <a:ea typeface="Segoe UI"/>
                <a:cs typeface="Segoe UI"/>
              </a:defRPr>
            </a:pPr>
            <a:r>
              <a:rPr sz="1200" b="1" i="0">
                <a:solidFill>
                  <a:srgbClr val="0369A1"/>
                </a:solidFill>
                <a:latin typeface="Segoe UI"/>
                <a:ea typeface="Segoe UI"/>
                <a:cs typeface="Segoe UI"/>
              </a:rPr>
              <a:t>73.3%</a:t>
            </a:r>
          </a:p>
        </p:txBody>
      </p:sp>
      <p:sp>
        <p:nvSpPr>
          <p:cNvPr id="13" name="ms-t-1">
            <a:extLst xmlns:a="http://schemas.openxmlformats.org/drawingml/2006/main">
              <a:ext uri="{FF2B5EF4-FFF2-40B4-BE49-F238E27FC236}">
                <a16:creationId xmlns:a16="http://schemas.microsoft.com/office/drawing/2014/main" id="{7C5690B8-FB84-4C16-8637-1C3DBD6887C0}"/>
              </a:ext>
            </a:extLst>
          </p:cNvPr>
          <p:cNvSpPr>
            <a:spLocks xmlns:a="http://schemas.openxmlformats.org/drawingml/2006/main" noGrp="1"/>
          </p:cNvSpPr>
          <p:nvPr/>
        </p:nvSpPr>
        <p:spPr>
          <a:xfrm xmlns:a="http://schemas.openxmlformats.org/drawingml/2006/main">
            <a:off x="2714625" y="5095875"/>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Bài tập điền từ</a:t>
            </a:r>
          </a:p>
        </p:txBody>
      </p:sp>
      <p:sp>
        <p:nvSpPr>
          <p:cNvPr id="14" name="ms-card-2">
            <a:extLst xmlns:a="http://schemas.openxmlformats.org/drawingml/2006/main">
              <a:ext uri="{FF2B5EF4-FFF2-40B4-BE49-F238E27FC236}">
                <a16:creationId xmlns:a16="http://schemas.microsoft.com/office/drawing/2014/main" id="{463C6235-17C0-458A-9DE2-75C8409A2ED9}"/>
              </a:ext>
            </a:extLst>
          </p:cNvPr>
          <p:cNvSpPr>
            <a:spLocks xmlns:a="http://schemas.openxmlformats.org/drawingml/2006/main" noGrp="1"/>
          </p:cNvSpPr>
          <p:nvPr/>
        </p:nvSpPr>
        <p:spPr>
          <a:xfrm xmlns:a="http://schemas.openxmlformats.org/drawingml/2006/main">
            <a:off x="4333875" y="4619625"/>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1430">
            <a:solidFill>
              <a:srgbClr val="E2E8F0"/>
            </a:solidFill>
            <a:prstDash val="solid"/>
          </a:ln>
        </p:spPr>
      </p:sp>
      <p:sp>
        <p:nvSpPr>
          <p:cNvPr id="15" name="ms-p-2">
            <a:extLst xmlns:a="http://schemas.openxmlformats.org/drawingml/2006/main">
              <a:ext uri="{FF2B5EF4-FFF2-40B4-BE49-F238E27FC236}">
                <a16:creationId xmlns:a16="http://schemas.microsoft.com/office/drawing/2014/main" id="{0048EC75-CF42-48A0-9BD9-C6AA2092E0DA}"/>
              </a:ext>
            </a:extLst>
          </p:cNvPr>
          <p:cNvSpPr>
            <a:spLocks xmlns:a="http://schemas.openxmlformats.org/drawingml/2006/main" noGrp="1"/>
          </p:cNvSpPr>
          <p:nvPr/>
        </p:nvSpPr>
        <p:spPr>
          <a:xfrm xmlns:a="http://schemas.openxmlformats.org/drawingml/2006/main">
            <a:off x="4476750" y="4714875"/>
            <a:ext cx="1333500" cy="304800"/>
          </a:xfrm>
          <a:prstGeom xmlns:a="http://schemas.openxmlformats.org/drawingml/2006/main" prst="roundRect">
            <a:avLst>
              <a:gd name="adj" fmla="val 25000"/>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200" b="1" i="0">
                <a:solidFill>
                  <a:srgbClr val="15803D"/>
                </a:solidFill>
                <a:latin typeface="Segoe UI"/>
                <a:ea typeface="Segoe UI"/>
                <a:cs typeface="Segoe UI"/>
              </a:defRPr>
            </a:pPr>
            <a:r>
              <a:rPr sz="1200" b="1" i="0">
                <a:solidFill>
                  <a:srgbClr val="15803D"/>
                </a:solidFill>
                <a:latin typeface="Segoe UI"/>
                <a:ea typeface="Segoe UI"/>
                <a:cs typeface="Segoe UI"/>
              </a:rPr>
              <a:t>66.7%</a:t>
            </a:r>
          </a:p>
        </p:txBody>
      </p:sp>
      <p:sp>
        <p:nvSpPr>
          <p:cNvPr id="16" name="ms-t-2">
            <a:extLst xmlns:a="http://schemas.openxmlformats.org/drawingml/2006/main">
              <a:ext uri="{FF2B5EF4-FFF2-40B4-BE49-F238E27FC236}">
                <a16:creationId xmlns:a16="http://schemas.microsoft.com/office/drawing/2014/main" id="{9BA1E779-5074-46B3-80DD-F93DE59FCFC2}"/>
              </a:ext>
            </a:extLst>
          </p:cNvPr>
          <p:cNvSpPr>
            <a:spLocks xmlns:a="http://schemas.openxmlformats.org/drawingml/2006/main" noGrp="1"/>
          </p:cNvSpPr>
          <p:nvPr/>
        </p:nvSpPr>
        <p:spPr>
          <a:xfrm xmlns:a="http://schemas.openxmlformats.org/drawingml/2006/main">
            <a:off x="4429125" y="5095875"/>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Theo dõi điểm số</a:t>
            </a:r>
          </a:p>
        </p:txBody>
      </p:sp>
      <p:sp>
        <p:nvSpPr>
          <p:cNvPr id="17" name="survey-right-bg">
            <a:extLst xmlns:a="http://schemas.openxmlformats.org/drawingml/2006/main">
              <a:ext uri="{FF2B5EF4-FFF2-40B4-BE49-F238E27FC236}">
                <a16:creationId xmlns:a16="http://schemas.microsoft.com/office/drawing/2014/main" id="{4582CE3B-B457-4FE1-8A28-E3F1814568AC}"/>
              </a:ext>
            </a:extLst>
          </p:cNvPr>
          <p:cNvSpPr>
            <a:spLocks xmlns:a="http://schemas.openxmlformats.org/drawingml/2006/main" noGrp="1"/>
          </p:cNvSpPr>
          <p:nvPr/>
        </p:nvSpPr>
        <p:spPr>
          <a:xfrm xmlns:a="http://schemas.openxmlformats.org/drawingml/2006/main">
            <a:off x="6143625" y="2047875"/>
            <a:ext cx="5143500" cy="34290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11430">
            <a:solidFill>
              <a:srgbClr val="E2E8F0"/>
            </a:solidFill>
            <a:prstDash val="solid"/>
          </a:ln>
        </p:spPr>
      </p:sp>
      <p:sp>
        <p:nvSpPr>
          <p:cNvPr id="18" name="fd-header">
            <a:extLst xmlns:a="http://schemas.openxmlformats.org/drawingml/2006/main">
              <a:ext uri="{FF2B5EF4-FFF2-40B4-BE49-F238E27FC236}">
                <a16:creationId xmlns:a16="http://schemas.microsoft.com/office/drawing/2014/main" id="{65CB3E70-6E67-4FDE-98C7-7EA113EFA99F}"/>
              </a:ext>
            </a:extLst>
          </p:cNvPr>
          <p:cNvSpPr>
            <a:spLocks xmlns:a="http://schemas.openxmlformats.org/drawingml/2006/main" noGrp="1"/>
          </p:cNvSpPr>
          <p:nvPr/>
        </p:nvSpPr>
        <p:spPr>
          <a:xfrm xmlns:a="http://schemas.openxmlformats.org/drawingml/2006/main">
            <a:off x="6334125" y="2171700"/>
            <a:ext cx="34290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5 NHU CẦU TRỌNG TÂM RÚT RA TỪ NGHIÊN CỨU</a:t>
            </a:r>
          </a:p>
        </p:txBody>
      </p:sp>
      <p:sp>
        <p:nvSpPr>
          <p:cNvPr id="19" name="fd-card-0">
            <a:extLst xmlns:a="http://schemas.openxmlformats.org/drawingml/2006/main">
              <a:ext uri="{FF2B5EF4-FFF2-40B4-BE49-F238E27FC236}">
                <a16:creationId xmlns:a16="http://schemas.microsoft.com/office/drawing/2014/main" id="{157D8B05-62E6-4EE8-9CE7-6CF1DC4DB839}"/>
              </a:ext>
            </a:extLst>
          </p:cNvPr>
          <p:cNvSpPr>
            <a:spLocks xmlns:a="http://schemas.openxmlformats.org/drawingml/2006/main" noGrp="1"/>
          </p:cNvSpPr>
          <p:nvPr/>
        </p:nvSpPr>
        <p:spPr>
          <a:xfrm xmlns:a="http://schemas.openxmlformats.org/drawingml/2006/main">
            <a:off x="6334125" y="2524125"/>
            <a:ext cx="4762500" cy="495300"/>
          </a:xfrm>
          <a:prstGeom xmlns:a="http://schemas.openxmlformats.org/drawingml/2006/main" prst="roundRect">
            <a:avLst>
              <a:gd name="adj" fmla="val 15385"/>
            </a:avLst>
          </a:prstGeom>
          <a:solidFill xmlns:a="http://schemas.openxmlformats.org/drawingml/2006/main">
            <a:srgbClr val="F8FAFC"/>
          </a:solidFill>
          <a:ln xmlns:a="http://schemas.openxmlformats.org/drawingml/2006/main" w="9525">
            <a:solidFill>
              <a:srgbClr val="E2E8F0"/>
            </a:solidFill>
            <a:prstDash val="solid"/>
          </a:ln>
        </p:spPr>
      </p:sp>
      <p:sp>
        <p:nvSpPr>
          <p:cNvPr id="20" name="fd-num-0">
            <a:extLst xmlns:a="http://schemas.openxmlformats.org/drawingml/2006/main">
              <a:ext uri="{FF2B5EF4-FFF2-40B4-BE49-F238E27FC236}">
                <a16:creationId xmlns:a16="http://schemas.microsoft.com/office/drawing/2014/main" id="{C55339E9-D308-45F0-8D02-29D9AB4DEAC6}"/>
              </a:ext>
            </a:extLst>
          </p:cNvPr>
          <p:cNvSpPr>
            <a:spLocks xmlns:a="http://schemas.openxmlformats.org/drawingml/2006/main" noGrp="1"/>
          </p:cNvSpPr>
          <p:nvPr/>
        </p:nvSpPr>
        <p:spPr>
          <a:xfrm xmlns:a="http://schemas.openxmlformats.org/drawingml/2006/main">
            <a:off x="6429375" y="2619375"/>
            <a:ext cx="361950" cy="304800"/>
          </a:xfrm>
          <a:prstGeom xmlns:a="http://schemas.openxmlformats.org/drawingml/2006/main" prst="roundRect">
            <a:avLst>
              <a:gd name="adj" fmla="val 25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4338CA"/>
                </a:solidFill>
                <a:latin typeface="Segoe UI"/>
                <a:ea typeface="Segoe UI"/>
                <a:cs typeface="Segoe UI"/>
              </a:defRPr>
            </a:pPr>
            <a:r>
              <a:rPr sz="975" b="1" i="0">
                <a:solidFill>
                  <a:srgbClr val="4338CA"/>
                </a:solidFill>
                <a:latin typeface="Segoe UI"/>
                <a:ea typeface="Segoe UI"/>
                <a:cs typeface="Segoe UI"/>
              </a:rPr>
              <a:t>01</a:t>
            </a:r>
          </a:p>
        </p:txBody>
      </p:sp>
      <p:sp>
        <p:nvSpPr>
          <p:cNvPr id="21" name="fd-t-0">
            <a:extLst xmlns:a="http://schemas.openxmlformats.org/drawingml/2006/main">
              <a:ext uri="{FF2B5EF4-FFF2-40B4-BE49-F238E27FC236}">
                <a16:creationId xmlns:a16="http://schemas.microsoft.com/office/drawing/2014/main" id="{F9A3EDCB-D4D6-4729-94DD-8F8084290C8F}"/>
              </a:ext>
            </a:extLst>
          </p:cNvPr>
          <p:cNvSpPr>
            <a:spLocks xmlns:a="http://schemas.openxmlformats.org/drawingml/2006/main" noGrp="1"/>
          </p:cNvSpPr>
          <p:nvPr/>
        </p:nvSpPr>
        <p:spPr>
          <a:xfrm xmlns:a="http://schemas.openxmlformats.org/drawingml/2006/main">
            <a:off x="6877050" y="2562225"/>
            <a:ext cx="414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1429"/>
          </a:bodyPr>
          <a:lstStyle xmlns:a="http://schemas.openxmlformats.org/drawingml/2006/main"/>
          <a:p xmlns:a="http://schemas.openxmlformats.org/drawingml/2006/main">
            <a:pPr algn="l">
              <a:buNone/>
              <a:defRPr sz="1050" b="1" i="0">
                <a:solidFill>
                  <a:srgbClr val="2D1976"/>
                </a:solidFill>
                <a:latin typeface="Segoe UI"/>
                <a:ea typeface="Segoe UI"/>
                <a:cs typeface="Segoe UI"/>
              </a:defRPr>
            </a:pPr>
            <a:r>
              <a:rPr sz="1050" b="1" i="0">
                <a:solidFill>
                  <a:srgbClr val="2D1976"/>
                </a:solidFill>
                <a:latin typeface="Segoe UI"/>
                <a:ea typeface="Segoe UI"/>
                <a:cs typeface="Segoe UI"/>
              </a:rPr>
              <a:t>Nhu cầu 1: Lập lịch ôn tập SRS</a:t>
            </a:r>
          </a:p>
        </p:txBody>
      </p:sp>
      <p:sp>
        <p:nvSpPr>
          <p:cNvPr id="22" name="fd-d-0">
            <a:extLst xmlns:a="http://schemas.openxmlformats.org/drawingml/2006/main">
              <a:ext uri="{FF2B5EF4-FFF2-40B4-BE49-F238E27FC236}">
                <a16:creationId xmlns:a16="http://schemas.microsoft.com/office/drawing/2014/main" id="{FB12195A-5E14-4551-9BA5-490A17E37975}"/>
              </a:ext>
            </a:extLst>
          </p:cNvPr>
          <p:cNvSpPr>
            <a:spLocks xmlns:a="http://schemas.openxmlformats.org/drawingml/2006/main" noGrp="1"/>
          </p:cNvSpPr>
          <p:nvPr/>
        </p:nvSpPr>
        <p:spPr>
          <a:xfrm xmlns:a="http://schemas.openxmlformats.org/drawingml/2006/main">
            <a:off x="6877050" y="2771775"/>
            <a:ext cx="414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2422"/>
          </a:bodyPr>
          <a:lstStyle xmlns:a="http://schemas.openxmlformats.org/drawingml/2006/main"/>
          <a:p xmlns:a="http://schemas.openxmlformats.org/drawingml/2006/main">
            <a:pPr algn="l">
              <a:buNone/>
              <a:defRPr sz="863" b="0" i="0">
                <a:solidFill>
                  <a:srgbClr val="475569"/>
                </a:solidFill>
                <a:latin typeface="Segoe UI"/>
                <a:ea typeface="Segoe UI"/>
                <a:cs typeface="Segoe UI"/>
              </a:defRPr>
            </a:pPr>
            <a:r>
              <a:rPr sz="863" b="0" i="0">
                <a:solidFill>
                  <a:srgbClr val="475569"/>
                </a:solidFill>
                <a:latin typeface="Segoe UI"/>
                <a:ea typeface="Segoe UI"/>
                <a:cs typeface="Segoe UI"/>
              </a:rPr>
              <a:t>80% đánh giá cấp thiết; hệ thống tự động nhắc nhở từ vựng đến hạn tối ưu trí nhớ.</a:t>
            </a:r>
          </a:p>
        </p:txBody>
      </p:sp>
      <p:sp>
        <p:nvSpPr>
          <p:cNvPr id="23" name="fd-card-1">
            <a:extLst xmlns:a="http://schemas.openxmlformats.org/drawingml/2006/main">
              <a:ext uri="{FF2B5EF4-FFF2-40B4-BE49-F238E27FC236}">
                <a16:creationId xmlns:a16="http://schemas.microsoft.com/office/drawing/2014/main" id="{A59168B0-0E82-4723-A6D8-96EEA5FD27BE}"/>
              </a:ext>
            </a:extLst>
          </p:cNvPr>
          <p:cNvSpPr>
            <a:spLocks xmlns:a="http://schemas.openxmlformats.org/drawingml/2006/main" noGrp="1"/>
          </p:cNvSpPr>
          <p:nvPr/>
        </p:nvSpPr>
        <p:spPr>
          <a:xfrm xmlns:a="http://schemas.openxmlformats.org/drawingml/2006/main">
            <a:off x="6334125" y="3095625"/>
            <a:ext cx="4762500" cy="495300"/>
          </a:xfrm>
          <a:prstGeom xmlns:a="http://schemas.openxmlformats.org/drawingml/2006/main" prst="roundRect">
            <a:avLst>
              <a:gd name="adj" fmla="val 15385"/>
            </a:avLst>
          </a:prstGeom>
          <a:solidFill xmlns:a="http://schemas.openxmlformats.org/drawingml/2006/main">
            <a:srgbClr val="F8FAFC"/>
          </a:solidFill>
          <a:ln xmlns:a="http://schemas.openxmlformats.org/drawingml/2006/main" w="9525">
            <a:solidFill>
              <a:srgbClr val="E2E8F0"/>
            </a:solidFill>
            <a:prstDash val="solid"/>
          </a:ln>
        </p:spPr>
      </p:sp>
      <p:sp>
        <p:nvSpPr>
          <p:cNvPr id="24" name="fd-num-1">
            <a:extLst xmlns:a="http://schemas.openxmlformats.org/drawingml/2006/main">
              <a:ext uri="{FF2B5EF4-FFF2-40B4-BE49-F238E27FC236}">
                <a16:creationId xmlns:a16="http://schemas.microsoft.com/office/drawing/2014/main" id="{77A7F578-E86F-4D9C-9A62-7808C896988A}"/>
              </a:ext>
            </a:extLst>
          </p:cNvPr>
          <p:cNvSpPr>
            <a:spLocks xmlns:a="http://schemas.openxmlformats.org/drawingml/2006/main" noGrp="1"/>
          </p:cNvSpPr>
          <p:nvPr/>
        </p:nvSpPr>
        <p:spPr>
          <a:xfrm xmlns:a="http://schemas.openxmlformats.org/drawingml/2006/main">
            <a:off x="6429375" y="3190875"/>
            <a:ext cx="361950" cy="304800"/>
          </a:xfrm>
          <a:prstGeom xmlns:a="http://schemas.openxmlformats.org/drawingml/2006/main" prst="roundRect">
            <a:avLst>
              <a:gd name="adj" fmla="val 25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4338CA"/>
                </a:solidFill>
                <a:latin typeface="Segoe UI"/>
                <a:ea typeface="Segoe UI"/>
                <a:cs typeface="Segoe UI"/>
              </a:defRPr>
            </a:pPr>
            <a:r>
              <a:rPr sz="975" b="1" i="0">
                <a:solidFill>
                  <a:srgbClr val="4338CA"/>
                </a:solidFill>
                <a:latin typeface="Segoe UI"/>
                <a:ea typeface="Segoe UI"/>
                <a:cs typeface="Segoe UI"/>
              </a:rPr>
              <a:t>02</a:t>
            </a:r>
          </a:p>
        </p:txBody>
      </p:sp>
      <p:sp>
        <p:nvSpPr>
          <p:cNvPr id="25" name="fd-t-1">
            <a:extLst xmlns:a="http://schemas.openxmlformats.org/drawingml/2006/main">
              <a:ext uri="{FF2B5EF4-FFF2-40B4-BE49-F238E27FC236}">
                <a16:creationId xmlns:a16="http://schemas.microsoft.com/office/drawing/2014/main" id="{D8F3E794-6E8C-4BB0-A9FC-F1E515D6D540}"/>
              </a:ext>
            </a:extLst>
          </p:cNvPr>
          <p:cNvSpPr>
            <a:spLocks xmlns:a="http://schemas.openxmlformats.org/drawingml/2006/main" noGrp="1"/>
          </p:cNvSpPr>
          <p:nvPr/>
        </p:nvSpPr>
        <p:spPr>
          <a:xfrm xmlns:a="http://schemas.openxmlformats.org/drawingml/2006/main">
            <a:off x="6877050" y="3133725"/>
            <a:ext cx="414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1429"/>
          </a:bodyPr>
          <a:lstStyle xmlns:a="http://schemas.openxmlformats.org/drawingml/2006/main"/>
          <a:p xmlns:a="http://schemas.openxmlformats.org/drawingml/2006/main">
            <a:pPr algn="l">
              <a:buNone/>
              <a:defRPr sz="1050" b="1" i="0">
                <a:solidFill>
                  <a:srgbClr val="2D1976"/>
                </a:solidFill>
                <a:latin typeface="Segoe UI"/>
                <a:ea typeface="Segoe UI"/>
                <a:cs typeface="Segoe UI"/>
              </a:defRPr>
            </a:pPr>
            <a:r>
              <a:rPr sz="1050" b="1" i="0">
                <a:solidFill>
                  <a:srgbClr val="2D1976"/>
                </a:solidFill>
                <a:latin typeface="Segoe UI"/>
                <a:ea typeface="Segoe UI"/>
                <a:cs typeface="Segoe UI"/>
              </a:rPr>
              <a:t>Nhu cầu 2: Luyện viết theo kịch bản</a:t>
            </a:r>
          </a:p>
        </p:txBody>
      </p:sp>
      <p:sp>
        <p:nvSpPr>
          <p:cNvPr id="26" name="fd-d-1">
            <a:extLst xmlns:a="http://schemas.openxmlformats.org/drawingml/2006/main">
              <a:ext uri="{FF2B5EF4-FFF2-40B4-BE49-F238E27FC236}">
                <a16:creationId xmlns:a16="http://schemas.microsoft.com/office/drawing/2014/main" id="{98980B6C-D88A-464E-8219-327ECC3C5AFB}"/>
              </a:ext>
            </a:extLst>
          </p:cNvPr>
          <p:cNvSpPr>
            <a:spLocks xmlns:a="http://schemas.openxmlformats.org/drawingml/2006/main" noGrp="1"/>
          </p:cNvSpPr>
          <p:nvPr/>
        </p:nvSpPr>
        <p:spPr>
          <a:xfrm xmlns:a="http://schemas.openxmlformats.org/drawingml/2006/main">
            <a:off x="6877050" y="3343275"/>
            <a:ext cx="414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2422"/>
          </a:bodyPr>
          <a:lstStyle xmlns:a="http://schemas.openxmlformats.org/drawingml/2006/main"/>
          <a:p xmlns:a="http://schemas.openxmlformats.org/drawingml/2006/main">
            <a:pPr algn="l">
              <a:buNone/>
              <a:defRPr sz="863" b="0" i="0">
                <a:solidFill>
                  <a:srgbClr val="475569"/>
                </a:solidFill>
                <a:latin typeface="Segoe UI"/>
                <a:ea typeface="Segoe UI"/>
                <a:cs typeface="Segoe UI"/>
              </a:defRPr>
            </a:pPr>
            <a:r>
              <a:rPr sz="863" b="0" i="0">
                <a:solidFill>
                  <a:srgbClr val="475569"/>
                </a:solidFill>
                <a:latin typeface="Segoe UI"/>
                <a:ea typeface="Segoe UI"/>
                <a:cs typeface="Segoe UI"/>
              </a:rPr>
              <a:t>66.7% cần sửa lỗi ngữ pháp; phát hiện và gạch chân vị trí sai trực quan theo tình huống.</a:t>
            </a:r>
          </a:p>
        </p:txBody>
      </p:sp>
      <p:sp>
        <p:nvSpPr>
          <p:cNvPr id="27" name="fd-card-2">
            <a:extLst xmlns:a="http://schemas.openxmlformats.org/drawingml/2006/main">
              <a:ext uri="{FF2B5EF4-FFF2-40B4-BE49-F238E27FC236}">
                <a16:creationId xmlns:a16="http://schemas.microsoft.com/office/drawing/2014/main" id="{BC343E7F-45DC-4EEF-8BB6-D8BAE20C3EBF}"/>
              </a:ext>
            </a:extLst>
          </p:cNvPr>
          <p:cNvSpPr>
            <a:spLocks xmlns:a="http://schemas.openxmlformats.org/drawingml/2006/main" noGrp="1"/>
          </p:cNvSpPr>
          <p:nvPr/>
        </p:nvSpPr>
        <p:spPr>
          <a:xfrm xmlns:a="http://schemas.openxmlformats.org/drawingml/2006/main">
            <a:off x="6334125" y="3667125"/>
            <a:ext cx="4762500" cy="495300"/>
          </a:xfrm>
          <a:prstGeom xmlns:a="http://schemas.openxmlformats.org/drawingml/2006/main" prst="roundRect">
            <a:avLst>
              <a:gd name="adj" fmla="val 15385"/>
            </a:avLst>
          </a:prstGeom>
          <a:solidFill xmlns:a="http://schemas.openxmlformats.org/drawingml/2006/main">
            <a:srgbClr val="F8FAFC"/>
          </a:solidFill>
          <a:ln xmlns:a="http://schemas.openxmlformats.org/drawingml/2006/main" w="9525">
            <a:solidFill>
              <a:srgbClr val="E2E8F0"/>
            </a:solidFill>
            <a:prstDash val="solid"/>
          </a:ln>
        </p:spPr>
      </p:sp>
      <p:sp>
        <p:nvSpPr>
          <p:cNvPr id="28" name="fd-num-2">
            <a:extLst xmlns:a="http://schemas.openxmlformats.org/drawingml/2006/main">
              <a:ext uri="{FF2B5EF4-FFF2-40B4-BE49-F238E27FC236}">
                <a16:creationId xmlns:a16="http://schemas.microsoft.com/office/drawing/2014/main" id="{45E833FE-032A-4DA6-A1D0-1D8454BD99C7}"/>
              </a:ext>
            </a:extLst>
          </p:cNvPr>
          <p:cNvSpPr>
            <a:spLocks xmlns:a="http://schemas.openxmlformats.org/drawingml/2006/main" noGrp="1"/>
          </p:cNvSpPr>
          <p:nvPr/>
        </p:nvSpPr>
        <p:spPr>
          <a:xfrm xmlns:a="http://schemas.openxmlformats.org/drawingml/2006/main">
            <a:off x="6429375" y="3762375"/>
            <a:ext cx="361950" cy="304800"/>
          </a:xfrm>
          <a:prstGeom xmlns:a="http://schemas.openxmlformats.org/drawingml/2006/main" prst="roundRect">
            <a:avLst>
              <a:gd name="adj" fmla="val 25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4338CA"/>
                </a:solidFill>
                <a:latin typeface="Segoe UI"/>
                <a:ea typeface="Segoe UI"/>
                <a:cs typeface="Segoe UI"/>
              </a:defRPr>
            </a:pPr>
            <a:r>
              <a:rPr sz="975" b="1" i="0">
                <a:solidFill>
                  <a:srgbClr val="4338CA"/>
                </a:solidFill>
                <a:latin typeface="Segoe UI"/>
                <a:ea typeface="Segoe UI"/>
                <a:cs typeface="Segoe UI"/>
              </a:rPr>
              <a:t>03</a:t>
            </a:r>
          </a:p>
        </p:txBody>
      </p:sp>
      <p:sp>
        <p:nvSpPr>
          <p:cNvPr id="29" name="fd-t-2">
            <a:extLst xmlns:a="http://schemas.openxmlformats.org/drawingml/2006/main">
              <a:ext uri="{FF2B5EF4-FFF2-40B4-BE49-F238E27FC236}">
                <a16:creationId xmlns:a16="http://schemas.microsoft.com/office/drawing/2014/main" id="{71111F88-94FC-4E56-874B-57C431977A6B}"/>
              </a:ext>
            </a:extLst>
          </p:cNvPr>
          <p:cNvSpPr>
            <a:spLocks xmlns:a="http://schemas.openxmlformats.org/drawingml/2006/main" noGrp="1"/>
          </p:cNvSpPr>
          <p:nvPr/>
        </p:nvSpPr>
        <p:spPr>
          <a:xfrm xmlns:a="http://schemas.openxmlformats.org/drawingml/2006/main">
            <a:off x="6877050" y="3705225"/>
            <a:ext cx="414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1429"/>
          </a:bodyPr>
          <a:lstStyle xmlns:a="http://schemas.openxmlformats.org/drawingml/2006/main"/>
          <a:p xmlns:a="http://schemas.openxmlformats.org/drawingml/2006/main">
            <a:pPr algn="l">
              <a:buNone/>
              <a:defRPr sz="1050" b="1" i="0">
                <a:solidFill>
                  <a:srgbClr val="2D1976"/>
                </a:solidFill>
                <a:latin typeface="Segoe UI"/>
                <a:ea typeface="Segoe UI"/>
                <a:cs typeface="Segoe UI"/>
              </a:defRPr>
            </a:pPr>
            <a:r>
              <a:rPr sz="1050" b="1" i="0">
                <a:solidFill>
                  <a:srgbClr val="2D1976"/>
                </a:solidFill>
                <a:latin typeface="Segoe UI"/>
                <a:ea typeface="Segoe UI"/>
                <a:cs typeface="Segoe UI"/>
              </a:rPr>
              <a:t>Nhu cầu 3: Kiểm tra định vị trình độ</a:t>
            </a:r>
          </a:p>
        </p:txBody>
      </p:sp>
      <p:sp>
        <p:nvSpPr>
          <p:cNvPr id="30" name="fd-d-2">
            <a:extLst xmlns:a="http://schemas.openxmlformats.org/drawingml/2006/main">
              <a:ext uri="{FF2B5EF4-FFF2-40B4-BE49-F238E27FC236}">
                <a16:creationId xmlns:a16="http://schemas.microsoft.com/office/drawing/2014/main" id="{F041B5AC-3796-4A3E-83D2-DB0050D9DC83}"/>
              </a:ext>
            </a:extLst>
          </p:cNvPr>
          <p:cNvSpPr>
            <a:spLocks xmlns:a="http://schemas.openxmlformats.org/drawingml/2006/main" noGrp="1"/>
          </p:cNvSpPr>
          <p:nvPr/>
        </p:nvSpPr>
        <p:spPr>
          <a:xfrm xmlns:a="http://schemas.openxmlformats.org/drawingml/2006/main">
            <a:off x="6877050" y="3914775"/>
            <a:ext cx="414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2422"/>
          </a:bodyPr>
          <a:lstStyle xmlns:a="http://schemas.openxmlformats.org/drawingml/2006/main"/>
          <a:p xmlns:a="http://schemas.openxmlformats.org/drawingml/2006/main">
            <a:pPr algn="l">
              <a:buNone/>
              <a:defRPr sz="863" b="0" i="0">
                <a:solidFill>
                  <a:srgbClr val="475569"/>
                </a:solidFill>
                <a:latin typeface="Segoe UI"/>
                <a:ea typeface="Segoe UI"/>
                <a:cs typeface="Segoe UI"/>
              </a:defRPr>
            </a:pPr>
            <a:r>
              <a:rPr sz="863" b="0" i="0">
                <a:solidFill>
                  <a:srgbClr val="475569"/>
                </a:solidFill>
                <a:latin typeface="Segoe UI"/>
                <a:ea typeface="Segoe UI"/>
                <a:cs typeface="Segoe UI"/>
              </a:rPr>
              <a:t>Đánh giá trình độ ban đầu để phân bổ lộ trình học phù hợp với năng lực người học.</a:t>
            </a:r>
          </a:p>
        </p:txBody>
      </p:sp>
      <p:sp>
        <p:nvSpPr>
          <p:cNvPr id="31" name="fd-card-3">
            <a:extLst xmlns:a="http://schemas.openxmlformats.org/drawingml/2006/main">
              <a:ext uri="{FF2B5EF4-FFF2-40B4-BE49-F238E27FC236}">
                <a16:creationId xmlns:a16="http://schemas.microsoft.com/office/drawing/2014/main" id="{C8F6A113-DFAA-40DE-862F-7D64244FDAB7}"/>
              </a:ext>
            </a:extLst>
          </p:cNvPr>
          <p:cNvSpPr>
            <a:spLocks xmlns:a="http://schemas.openxmlformats.org/drawingml/2006/main" noGrp="1"/>
          </p:cNvSpPr>
          <p:nvPr/>
        </p:nvSpPr>
        <p:spPr>
          <a:xfrm xmlns:a="http://schemas.openxmlformats.org/drawingml/2006/main">
            <a:off x="6334125" y="4238625"/>
            <a:ext cx="4762500" cy="495300"/>
          </a:xfrm>
          <a:prstGeom xmlns:a="http://schemas.openxmlformats.org/drawingml/2006/main" prst="roundRect">
            <a:avLst>
              <a:gd name="adj" fmla="val 15385"/>
            </a:avLst>
          </a:prstGeom>
          <a:solidFill xmlns:a="http://schemas.openxmlformats.org/drawingml/2006/main">
            <a:srgbClr val="F8FAFC"/>
          </a:solidFill>
          <a:ln xmlns:a="http://schemas.openxmlformats.org/drawingml/2006/main" w="9525">
            <a:solidFill>
              <a:srgbClr val="E2E8F0"/>
            </a:solidFill>
            <a:prstDash val="solid"/>
          </a:ln>
        </p:spPr>
      </p:sp>
      <p:sp>
        <p:nvSpPr>
          <p:cNvPr id="32" name="fd-num-3">
            <a:extLst xmlns:a="http://schemas.openxmlformats.org/drawingml/2006/main">
              <a:ext uri="{FF2B5EF4-FFF2-40B4-BE49-F238E27FC236}">
                <a16:creationId xmlns:a16="http://schemas.microsoft.com/office/drawing/2014/main" id="{239C856B-57B7-42BE-9057-CC3E063764BF}"/>
              </a:ext>
            </a:extLst>
          </p:cNvPr>
          <p:cNvSpPr>
            <a:spLocks xmlns:a="http://schemas.openxmlformats.org/drawingml/2006/main" noGrp="1"/>
          </p:cNvSpPr>
          <p:nvPr/>
        </p:nvSpPr>
        <p:spPr>
          <a:xfrm xmlns:a="http://schemas.openxmlformats.org/drawingml/2006/main">
            <a:off x="6429375" y="4333875"/>
            <a:ext cx="361950" cy="304800"/>
          </a:xfrm>
          <a:prstGeom xmlns:a="http://schemas.openxmlformats.org/drawingml/2006/main" prst="roundRect">
            <a:avLst>
              <a:gd name="adj" fmla="val 25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4338CA"/>
                </a:solidFill>
                <a:latin typeface="Segoe UI"/>
                <a:ea typeface="Segoe UI"/>
                <a:cs typeface="Segoe UI"/>
              </a:defRPr>
            </a:pPr>
            <a:r>
              <a:rPr sz="975" b="1" i="0">
                <a:solidFill>
                  <a:srgbClr val="4338CA"/>
                </a:solidFill>
                <a:latin typeface="Segoe UI"/>
                <a:ea typeface="Segoe UI"/>
                <a:cs typeface="Segoe UI"/>
              </a:rPr>
              <a:t>04</a:t>
            </a:r>
          </a:p>
        </p:txBody>
      </p:sp>
      <p:sp>
        <p:nvSpPr>
          <p:cNvPr id="33" name="fd-t-3">
            <a:extLst xmlns:a="http://schemas.openxmlformats.org/drawingml/2006/main">
              <a:ext uri="{FF2B5EF4-FFF2-40B4-BE49-F238E27FC236}">
                <a16:creationId xmlns:a16="http://schemas.microsoft.com/office/drawing/2014/main" id="{8574DB22-90C5-4C33-B850-613CE91C430C}"/>
              </a:ext>
            </a:extLst>
          </p:cNvPr>
          <p:cNvSpPr>
            <a:spLocks xmlns:a="http://schemas.openxmlformats.org/drawingml/2006/main" noGrp="1"/>
          </p:cNvSpPr>
          <p:nvPr/>
        </p:nvSpPr>
        <p:spPr>
          <a:xfrm xmlns:a="http://schemas.openxmlformats.org/drawingml/2006/main">
            <a:off x="6877050" y="4276725"/>
            <a:ext cx="414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1429"/>
          </a:bodyPr>
          <a:lstStyle xmlns:a="http://schemas.openxmlformats.org/drawingml/2006/main"/>
          <a:p xmlns:a="http://schemas.openxmlformats.org/drawingml/2006/main">
            <a:pPr algn="l">
              <a:buNone/>
              <a:defRPr sz="1050" b="1" i="0">
                <a:solidFill>
                  <a:srgbClr val="2D1976"/>
                </a:solidFill>
                <a:latin typeface="Segoe UI"/>
                <a:ea typeface="Segoe UI"/>
                <a:cs typeface="Segoe UI"/>
              </a:defRPr>
            </a:pPr>
            <a:r>
              <a:rPr sz="1050" b="1" i="0">
                <a:solidFill>
                  <a:srgbClr val="2D1976"/>
                </a:solidFill>
                <a:latin typeface="Segoe UI"/>
                <a:ea typeface="Segoe UI"/>
                <a:cs typeface="Segoe UI"/>
              </a:rPr>
              <a:t>Nhu cầu 4: Động lực học &amp; Huy hiệu</a:t>
            </a:r>
          </a:p>
        </p:txBody>
      </p:sp>
      <p:sp>
        <p:nvSpPr>
          <p:cNvPr id="34" name="fd-d-3">
            <a:extLst xmlns:a="http://schemas.openxmlformats.org/drawingml/2006/main">
              <a:ext uri="{FF2B5EF4-FFF2-40B4-BE49-F238E27FC236}">
                <a16:creationId xmlns:a16="http://schemas.microsoft.com/office/drawing/2014/main" id="{3F46B3F1-4053-4943-BBCA-A001057F6366}"/>
              </a:ext>
            </a:extLst>
          </p:cNvPr>
          <p:cNvSpPr>
            <a:spLocks xmlns:a="http://schemas.openxmlformats.org/drawingml/2006/main" noGrp="1"/>
          </p:cNvSpPr>
          <p:nvPr/>
        </p:nvSpPr>
        <p:spPr>
          <a:xfrm xmlns:a="http://schemas.openxmlformats.org/drawingml/2006/main">
            <a:off x="6877050" y="4486275"/>
            <a:ext cx="414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2422"/>
          </a:bodyPr>
          <a:lstStyle xmlns:a="http://schemas.openxmlformats.org/drawingml/2006/main"/>
          <a:p xmlns:a="http://schemas.openxmlformats.org/drawingml/2006/main">
            <a:pPr algn="l">
              <a:buNone/>
              <a:defRPr sz="863" b="0" i="0">
                <a:solidFill>
                  <a:srgbClr val="475569"/>
                </a:solidFill>
                <a:latin typeface="Segoe UI"/>
                <a:ea typeface="Segoe UI"/>
                <a:cs typeface="Segoe UI"/>
              </a:defRPr>
            </a:pPr>
            <a:r>
              <a:rPr sz="863" b="0" i="0">
                <a:solidFill>
                  <a:srgbClr val="475569"/>
                </a:solidFill>
                <a:latin typeface="Segoe UI"/>
                <a:ea typeface="Segoe UI"/>
                <a:cs typeface="Segoe UI"/>
              </a:rPr>
              <a:t>86.7% từng nản chí; giải quyết bằng chuỗi ngày Streak và bộ sưu tập huy hiệu cá nhân.</a:t>
            </a:r>
          </a:p>
        </p:txBody>
      </p:sp>
      <p:sp>
        <p:nvSpPr>
          <p:cNvPr id="35" name="fd-card-4">
            <a:extLst xmlns:a="http://schemas.openxmlformats.org/drawingml/2006/main">
              <a:ext uri="{FF2B5EF4-FFF2-40B4-BE49-F238E27FC236}">
                <a16:creationId xmlns:a16="http://schemas.microsoft.com/office/drawing/2014/main" id="{5A207BE0-3631-4CBB-BDD0-EEF89AA9B010}"/>
              </a:ext>
            </a:extLst>
          </p:cNvPr>
          <p:cNvSpPr>
            <a:spLocks xmlns:a="http://schemas.openxmlformats.org/drawingml/2006/main" noGrp="1"/>
          </p:cNvSpPr>
          <p:nvPr/>
        </p:nvSpPr>
        <p:spPr>
          <a:xfrm xmlns:a="http://schemas.openxmlformats.org/drawingml/2006/main">
            <a:off x="6334125" y="4810125"/>
            <a:ext cx="4762500" cy="495300"/>
          </a:xfrm>
          <a:prstGeom xmlns:a="http://schemas.openxmlformats.org/drawingml/2006/main" prst="roundRect">
            <a:avLst>
              <a:gd name="adj" fmla="val 15385"/>
            </a:avLst>
          </a:prstGeom>
          <a:solidFill xmlns:a="http://schemas.openxmlformats.org/drawingml/2006/main">
            <a:srgbClr val="F8FAFC"/>
          </a:solidFill>
          <a:ln xmlns:a="http://schemas.openxmlformats.org/drawingml/2006/main" w="9525">
            <a:solidFill>
              <a:srgbClr val="E2E8F0"/>
            </a:solidFill>
            <a:prstDash val="solid"/>
          </a:ln>
        </p:spPr>
      </p:sp>
      <p:sp>
        <p:nvSpPr>
          <p:cNvPr id="36" name="fd-num-4">
            <a:extLst xmlns:a="http://schemas.openxmlformats.org/drawingml/2006/main">
              <a:ext uri="{FF2B5EF4-FFF2-40B4-BE49-F238E27FC236}">
                <a16:creationId xmlns:a16="http://schemas.microsoft.com/office/drawing/2014/main" id="{49B6858D-217D-4D05-911E-24B1F185B1F2}"/>
              </a:ext>
            </a:extLst>
          </p:cNvPr>
          <p:cNvSpPr>
            <a:spLocks xmlns:a="http://schemas.openxmlformats.org/drawingml/2006/main" noGrp="1"/>
          </p:cNvSpPr>
          <p:nvPr/>
        </p:nvSpPr>
        <p:spPr>
          <a:xfrm xmlns:a="http://schemas.openxmlformats.org/drawingml/2006/main">
            <a:off x="6429375" y="4905375"/>
            <a:ext cx="361950" cy="304800"/>
          </a:xfrm>
          <a:prstGeom xmlns:a="http://schemas.openxmlformats.org/drawingml/2006/main" prst="roundRect">
            <a:avLst>
              <a:gd name="adj" fmla="val 25000"/>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4338CA"/>
                </a:solidFill>
                <a:latin typeface="Segoe UI"/>
                <a:ea typeface="Segoe UI"/>
                <a:cs typeface="Segoe UI"/>
              </a:defRPr>
            </a:pPr>
            <a:r>
              <a:rPr sz="975" b="1" i="0">
                <a:solidFill>
                  <a:srgbClr val="4338CA"/>
                </a:solidFill>
                <a:latin typeface="Segoe UI"/>
                <a:ea typeface="Segoe UI"/>
                <a:cs typeface="Segoe UI"/>
              </a:rPr>
              <a:t>05</a:t>
            </a:r>
          </a:p>
        </p:txBody>
      </p:sp>
      <p:sp>
        <p:nvSpPr>
          <p:cNvPr id="37" name="fd-t-4">
            <a:extLst xmlns:a="http://schemas.openxmlformats.org/drawingml/2006/main">
              <a:ext uri="{FF2B5EF4-FFF2-40B4-BE49-F238E27FC236}">
                <a16:creationId xmlns:a16="http://schemas.microsoft.com/office/drawing/2014/main" id="{7F7EB28E-47D6-4382-8491-786DE4C8DA3D}"/>
              </a:ext>
            </a:extLst>
          </p:cNvPr>
          <p:cNvSpPr>
            <a:spLocks xmlns:a="http://schemas.openxmlformats.org/drawingml/2006/main" noGrp="1"/>
          </p:cNvSpPr>
          <p:nvPr/>
        </p:nvSpPr>
        <p:spPr>
          <a:xfrm xmlns:a="http://schemas.openxmlformats.org/drawingml/2006/main">
            <a:off x="6877050" y="4848225"/>
            <a:ext cx="4143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1429"/>
          </a:bodyPr>
          <a:lstStyle xmlns:a="http://schemas.openxmlformats.org/drawingml/2006/main"/>
          <a:p xmlns:a="http://schemas.openxmlformats.org/drawingml/2006/main">
            <a:pPr algn="l">
              <a:buNone/>
              <a:defRPr sz="1050" b="1" i="0">
                <a:solidFill>
                  <a:srgbClr val="2D1976"/>
                </a:solidFill>
                <a:latin typeface="Segoe UI"/>
                <a:ea typeface="Segoe UI"/>
                <a:cs typeface="Segoe UI"/>
              </a:defRPr>
            </a:pPr>
            <a:r>
              <a:rPr sz="1050" b="1" i="0">
                <a:solidFill>
                  <a:srgbClr val="2D1976"/>
                </a:solidFill>
                <a:latin typeface="Segoe UI"/>
                <a:ea typeface="Segoe UI"/>
                <a:cs typeface="Segoe UI"/>
              </a:rPr>
              <a:t>Nhu cầu 5: Bài tập tương tác đa dạng</a:t>
            </a:r>
          </a:p>
        </p:txBody>
      </p:sp>
      <p:sp>
        <p:nvSpPr>
          <p:cNvPr id="38" name="fd-d-4">
            <a:extLst xmlns:a="http://schemas.openxmlformats.org/drawingml/2006/main">
              <a:ext uri="{FF2B5EF4-FFF2-40B4-BE49-F238E27FC236}">
                <a16:creationId xmlns:a16="http://schemas.microsoft.com/office/drawing/2014/main" id="{00CCDC08-4194-4A51-8CB5-41E464C89B16}"/>
              </a:ext>
            </a:extLst>
          </p:cNvPr>
          <p:cNvSpPr>
            <a:spLocks xmlns:a="http://schemas.openxmlformats.org/drawingml/2006/main" noGrp="1"/>
          </p:cNvSpPr>
          <p:nvPr/>
        </p:nvSpPr>
        <p:spPr>
          <a:xfrm xmlns:a="http://schemas.openxmlformats.org/drawingml/2006/main">
            <a:off x="6877050" y="5057775"/>
            <a:ext cx="414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72422"/>
          </a:bodyPr>
          <a:lstStyle xmlns:a="http://schemas.openxmlformats.org/drawingml/2006/main"/>
          <a:p xmlns:a="http://schemas.openxmlformats.org/drawingml/2006/main">
            <a:pPr algn="l">
              <a:buNone/>
              <a:defRPr sz="863" b="0" i="0">
                <a:solidFill>
                  <a:srgbClr val="475569"/>
                </a:solidFill>
                <a:latin typeface="Segoe UI"/>
                <a:ea typeface="Segoe UI"/>
                <a:cs typeface="Segoe UI"/>
              </a:defRPr>
            </a:pPr>
            <a:r>
              <a:rPr sz="863" b="0" i="0">
                <a:solidFill>
                  <a:srgbClr val="475569"/>
                </a:solidFill>
                <a:latin typeface="Segoe UI"/>
                <a:ea typeface="Segoe UI"/>
                <a:cs typeface="Segoe UI"/>
              </a:rPr>
              <a:t>73.3% ưu tiên điền từ, trắc nghiệm, sắp xếp câu và luyện nghe phát âm bản xứ.</a:t>
            </a:r>
          </a:p>
        </p:txBody>
      </p:sp>
    </p:spTree>
    <p:extLst>
      <p:ext uri="{BB962C8B-B14F-4D97-AF65-F5344CB8AC3E}">
        <p14:creationId xmlns:p14="http://schemas.microsoft.com/office/powerpoint/2010/main" val="147489339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7"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9">
            <a:extLst xmlns:a="http://schemas.openxmlformats.org/drawingml/2006/main">
              <a:ext uri="{FF2B5EF4-FFF2-40B4-BE49-F238E27FC236}">
                <a16:creationId xmlns:a16="http://schemas.microsoft.com/office/drawing/2014/main" id="{8DC69FF2-E682-4535-A419-9FAEBB32357C}"/>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DỮ LIỆU THỰC CHỨNG &amp; THỐNG KÊ NHU CẦU</a:t>
            </a:r>
          </a:p>
        </p:txBody>
      </p:sp>
      <p:sp>
        <p:nvSpPr>
          <p:cNvPr id="3" name="title-9">
            <a:extLst xmlns:a="http://schemas.openxmlformats.org/drawingml/2006/main">
              <a:ext uri="{FF2B5EF4-FFF2-40B4-BE49-F238E27FC236}">
                <a16:creationId xmlns:a16="http://schemas.microsoft.com/office/drawing/2014/main" id="{2E819011-8A6B-40B3-B360-6091CCD6B650}"/>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2025" b="1" i="0">
                <a:solidFill>
                  <a:srgbClr val="2D1976"/>
                </a:solidFill>
                <a:latin typeface="Segoe UI"/>
                <a:ea typeface="Segoe UI"/>
                <a:cs typeface="Segoe UI"/>
              </a:defRPr>
            </a:pPr>
            <a:r>
              <a:rPr sz="2025" b="1" i="0">
                <a:solidFill>
                  <a:srgbClr val="2D1976"/>
                </a:solidFill>
                <a:latin typeface="Segoe UI"/>
                <a:ea typeface="Segoe UI"/>
                <a:cs typeface="Segoe UI"/>
              </a:rPr>
              <a:t>BIỂU ĐỒ MINH CHỨNG KHẢO SÁT THỰC TẾ (N=15)</a:t>
            </a:r>
          </a:p>
        </p:txBody>
      </p:sp>
      <p:sp>
        <p:nvSpPr>
          <p:cNvPr id="4" name="rule-9">
            <a:extLst xmlns:a="http://schemas.openxmlformats.org/drawingml/2006/main">
              <a:ext uri="{FF2B5EF4-FFF2-40B4-BE49-F238E27FC236}">
                <a16:creationId xmlns:a16="http://schemas.microsoft.com/office/drawing/2014/main" id="{103BC606-EC1B-4B50-86B9-EF7DA70919F6}"/>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slot-survey-montage-bg">
            <a:extLst xmlns:a="http://schemas.openxmlformats.org/drawingml/2006/main">
              <a:ext uri="{FF2B5EF4-FFF2-40B4-BE49-F238E27FC236}">
                <a16:creationId xmlns:a16="http://schemas.microsoft.com/office/drawing/2014/main" id="{21FC7E6B-A54B-42F9-91D8-E25E5B92B954}"/>
              </a:ext>
            </a:extLst>
          </p:cNvPr>
          <p:cNvSpPr>
            <a:spLocks xmlns:a="http://schemas.openxmlformats.org/drawingml/2006/main" noGrp="1"/>
          </p:cNvSpPr>
          <p:nvPr/>
        </p:nvSpPr>
        <p:spPr>
          <a:xfrm xmlns:a="http://schemas.openxmlformats.org/drawingml/2006/main">
            <a:off x="666750" y="2019300"/>
            <a:ext cx="10858500" cy="4495800"/>
          </a:xfrm>
          <a:prstGeom xmlns:a="http://schemas.openxmlformats.org/drawingml/2006/main" prst="roundRect">
            <a:avLst>
              <a:gd name="adj" fmla="val 2542"/>
            </a:avLst>
          </a:prstGeom>
          <a:solidFill xmlns:a="http://schemas.openxmlformats.org/drawingml/2006/main">
            <a:srgbClr val="FFFFFF"/>
          </a:solidFill>
          <a:ln xmlns:a="http://schemas.openxmlformats.org/drawingml/2006/main" w="11430">
            <a:solidFill>
              <a:srgbClr val="DDD6FE"/>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748b7af8f754edb"/>
          <a:stretch xmlns:a="http://schemas.openxmlformats.org/drawingml/2006/main"/>
        </p:blipFill>
        <p:spPr>
          <a:xfrm xmlns:a="http://schemas.openxmlformats.org/drawingml/2006/main">
            <a:off x="1393269" y="2095500"/>
            <a:ext cx="9405461" cy="4324350"/>
          </a:xfrm>
          <a:prstGeom xmlns:a="http://schemas.openxmlformats.org/drawingml/2006/main" prst="rect">
            <a:avLst/>
          </a:prstGeom>
        </p:spPr>
      </p:pic>
    </p:spTree>
    <p:extLst>
      <p:ext uri="{BB962C8B-B14F-4D97-AF65-F5344CB8AC3E}">
        <p14:creationId xmlns:p14="http://schemas.microsoft.com/office/powerpoint/2010/main" val="143280926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9"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0">
            <a:extLst xmlns:a="http://schemas.openxmlformats.org/drawingml/2006/main">
              <a:ext uri="{FF2B5EF4-FFF2-40B4-BE49-F238E27FC236}">
                <a16:creationId xmlns:a16="http://schemas.microsoft.com/office/drawing/2014/main" id="{266C6850-FBE7-4DE6-92A5-83E232ADC1AE}"/>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PHÂN TÍCH ĐỐI SÁNH (BENCHMARK)</a:t>
            </a:r>
          </a:p>
        </p:txBody>
      </p:sp>
      <p:sp>
        <p:nvSpPr>
          <p:cNvPr id="3" name="title-10">
            <a:extLst xmlns:a="http://schemas.openxmlformats.org/drawingml/2006/main">
              <a:ext uri="{FF2B5EF4-FFF2-40B4-BE49-F238E27FC236}">
                <a16:creationId xmlns:a16="http://schemas.microsoft.com/office/drawing/2014/main" id="{B7776E57-5554-41C5-AC16-D8C076DDD341}"/>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2025" b="1" i="0">
                <a:solidFill>
                  <a:srgbClr val="2D1976"/>
                </a:solidFill>
                <a:latin typeface="Segoe UI"/>
                <a:ea typeface="Segoe UI"/>
                <a:cs typeface="Segoe UI"/>
              </a:defRPr>
            </a:pPr>
            <a:r>
              <a:rPr sz="2025" b="1" i="0">
                <a:solidFill>
                  <a:srgbClr val="2D1976"/>
                </a:solidFill>
                <a:latin typeface="Segoe UI"/>
                <a:ea typeface="Segoe UI"/>
                <a:cs typeface="Segoe UI"/>
              </a:rPr>
              <a:t>ĐỐI SÁNH GIẢI PHÁP VÀ ĐỊNH VỊ CẠNH TRANH</a:t>
            </a:r>
          </a:p>
        </p:txBody>
      </p:sp>
      <p:sp>
        <p:nvSpPr>
          <p:cNvPr id="4" name="rule-10">
            <a:extLst xmlns:a="http://schemas.openxmlformats.org/drawingml/2006/main">
              <a:ext uri="{FF2B5EF4-FFF2-40B4-BE49-F238E27FC236}">
                <a16:creationId xmlns:a16="http://schemas.microsoft.com/office/drawing/2014/main" id="{127C1121-D033-446D-9B98-403C9F9E3F5B}"/>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bm-card-0">
            <a:extLst xmlns:a="http://schemas.openxmlformats.org/drawingml/2006/main">
              <a:ext uri="{FF2B5EF4-FFF2-40B4-BE49-F238E27FC236}">
                <a16:creationId xmlns:a16="http://schemas.microsoft.com/office/drawing/2014/main" id="{47A5B120-F629-47C3-AD2A-D45E5FAC4012}"/>
              </a:ext>
            </a:extLst>
          </p:cNvPr>
          <p:cNvSpPr>
            <a:spLocks xmlns:a="http://schemas.openxmlformats.org/drawingml/2006/main" noGrp="1"/>
          </p:cNvSpPr>
          <p:nvPr/>
        </p:nvSpPr>
        <p:spPr>
          <a:xfrm xmlns:a="http://schemas.openxmlformats.org/drawingml/2006/main">
            <a:off x="904875" y="2095500"/>
            <a:ext cx="5095875" cy="1571625"/>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1430">
            <a:solidFill>
              <a:srgbClr val="E2E8F0"/>
            </a:solidFill>
            <a:prstDash val="solid"/>
          </a:ln>
        </p:spPr>
      </p:sp>
      <p:sp>
        <p:nvSpPr>
          <p:cNvPr id="6" name="bm-pill-0">
            <a:extLst xmlns:a="http://schemas.openxmlformats.org/drawingml/2006/main">
              <a:ext uri="{FF2B5EF4-FFF2-40B4-BE49-F238E27FC236}">
                <a16:creationId xmlns:a16="http://schemas.microsoft.com/office/drawing/2014/main" id="{6BAD1419-CF2F-490D-953B-614672AD4B34}"/>
              </a:ext>
            </a:extLst>
          </p:cNvPr>
          <p:cNvSpPr>
            <a:spLocks xmlns:a="http://schemas.openxmlformats.org/drawingml/2006/main" noGrp="1"/>
          </p:cNvSpPr>
          <p:nvPr/>
        </p:nvSpPr>
        <p:spPr>
          <a:xfrm xmlns:a="http://schemas.openxmlformats.org/drawingml/2006/main">
            <a:off x="1047750" y="2209800"/>
            <a:ext cx="1428750" cy="247650"/>
          </a:xfrm>
          <a:prstGeom xmlns:a="http://schemas.openxmlformats.org/drawingml/2006/main" prst="roundRect">
            <a:avLst>
              <a:gd name="adj" fmla="val 30769"/>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98165"/>
          </a:bodyPr>
          <a:lstStyle xmlns:a="http://schemas.openxmlformats.org/drawingml/2006/main"/>
          <a:p xmlns:a="http://schemas.openxmlformats.org/drawingml/2006/main">
            <a:pPr algn="ctr">
              <a:buNone/>
              <a:defRPr sz="975" b="1" i="0">
                <a:solidFill>
                  <a:srgbClr val="0369A1"/>
                </a:solidFill>
                <a:latin typeface="Segoe UI"/>
                <a:ea typeface="Segoe UI"/>
                <a:cs typeface="Segoe UI"/>
              </a:defRPr>
            </a:pPr>
            <a:r>
              <a:rPr sz="975" b="1" i="0">
                <a:solidFill>
                  <a:srgbClr val="0369A1"/>
                </a:solidFill>
                <a:latin typeface="Segoe UI"/>
                <a:ea typeface="Segoe UI"/>
                <a:cs typeface="Segoe UI"/>
              </a:rPr>
              <a:t>Duolingo</a:t>
            </a:r>
          </a:p>
        </p:txBody>
      </p:sp>
      <p:sp>
        <p:nvSpPr>
          <p:cNvPr id="7" name="bm-str-0">
            <a:extLst xmlns:a="http://schemas.openxmlformats.org/drawingml/2006/main">
              <a:ext uri="{FF2B5EF4-FFF2-40B4-BE49-F238E27FC236}">
                <a16:creationId xmlns:a16="http://schemas.microsoft.com/office/drawing/2014/main" id="{43925279-F9F1-46AE-A557-B7BD774831D3}"/>
              </a:ext>
            </a:extLst>
          </p:cNvPr>
          <p:cNvSpPr>
            <a:spLocks xmlns:a="http://schemas.openxmlformats.org/drawingml/2006/main" noGrp="1"/>
          </p:cNvSpPr>
          <p:nvPr/>
        </p:nvSpPr>
        <p:spPr>
          <a:xfrm xmlns:a="http://schemas.openxmlformats.org/drawingml/2006/main">
            <a:off x="1047750" y="2514600"/>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Ưu điểm: Game hóa rất cao, cộng đồng lớn, bài học ngắn.</a:t>
            </a:r>
          </a:p>
        </p:txBody>
      </p:sp>
      <p:sp>
        <p:nvSpPr>
          <p:cNvPr id="8" name="bm-wk-0">
            <a:extLst xmlns:a="http://schemas.openxmlformats.org/drawingml/2006/main">
              <a:ext uri="{FF2B5EF4-FFF2-40B4-BE49-F238E27FC236}">
                <a16:creationId xmlns:a16="http://schemas.microsoft.com/office/drawing/2014/main" id="{29BF7BFA-4421-4BBE-BA25-EFCDC94C718E}"/>
              </a:ext>
            </a:extLst>
          </p:cNvPr>
          <p:cNvSpPr>
            <a:spLocks xmlns:a="http://schemas.openxmlformats.org/drawingml/2006/main" noGrp="1"/>
          </p:cNvSpPr>
          <p:nvPr/>
        </p:nvSpPr>
        <p:spPr>
          <a:xfrm xmlns:a="http://schemas.openxmlformats.org/drawingml/2006/main">
            <a:off x="1047750" y="2800350"/>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0" i="0">
                <a:solidFill>
                  <a:srgbClr val="64748B"/>
                </a:solidFill>
                <a:latin typeface="Segoe UI"/>
                <a:ea typeface="Segoe UI"/>
                <a:cs typeface="Segoe UI"/>
              </a:defRPr>
            </a:pPr>
            <a:r>
              <a:rPr sz="900" b="0" i="0">
                <a:solidFill>
                  <a:srgbClr val="64748B"/>
                </a:solidFill>
                <a:latin typeface="Segoe UI"/>
                <a:ea typeface="Segoe UI"/>
                <a:cs typeface="Segoe UI"/>
              </a:rPr>
              <a:t>Hạn chế: Hạn chế giải thích ngữ pháp chi tiết khi viết tự do; SRS mang tính ẩn.</a:t>
            </a:r>
          </a:p>
        </p:txBody>
      </p:sp>
      <p:sp>
        <p:nvSpPr>
          <p:cNvPr id="9" name="bm-lesson-box-0">
            <a:extLst xmlns:a="http://schemas.openxmlformats.org/drawingml/2006/main">
              <a:ext uri="{FF2B5EF4-FFF2-40B4-BE49-F238E27FC236}">
                <a16:creationId xmlns:a16="http://schemas.microsoft.com/office/drawing/2014/main" id="{ECFA3DEB-8161-4D0E-8390-D861562B47D8}"/>
              </a:ext>
            </a:extLst>
          </p:cNvPr>
          <p:cNvSpPr>
            <a:spLocks xmlns:a="http://schemas.openxmlformats.org/drawingml/2006/main" noGrp="1"/>
          </p:cNvSpPr>
          <p:nvPr/>
        </p:nvSpPr>
        <p:spPr>
          <a:xfrm xmlns:a="http://schemas.openxmlformats.org/drawingml/2006/main">
            <a:off x="1047750" y="3124200"/>
            <a:ext cx="4810125" cy="419100"/>
          </a:xfrm>
          <a:prstGeom xmlns:a="http://schemas.openxmlformats.org/drawingml/2006/main" prst="roundRect">
            <a:avLst>
              <a:gd name="adj" fmla="val 18182"/>
            </a:avLst>
          </a:prstGeom>
          <a:solidFill xmlns:a="http://schemas.openxmlformats.org/drawingml/2006/main">
            <a:srgbClr val="F1F5F9"/>
          </a:solidFill>
          <a:ln xmlns:a="http://schemas.openxmlformats.org/drawingml/2006/main" w="9525">
            <a:solidFill>
              <a:srgbClr val="E2E8F0"/>
            </a:solidFill>
            <a:prstDash val="solid"/>
          </a:ln>
        </p:spPr>
      </p:sp>
      <p:sp>
        <p:nvSpPr>
          <p:cNvPr id="10" name="bm-les-txt-0">
            <a:extLst xmlns:a="http://schemas.openxmlformats.org/drawingml/2006/main">
              <a:ext uri="{FF2B5EF4-FFF2-40B4-BE49-F238E27FC236}">
                <a16:creationId xmlns:a16="http://schemas.microsoft.com/office/drawing/2014/main" id="{E09CC782-5086-4B02-A46A-D793B901422C}"/>
              </a:ext>
            </a:extLst>
          </p:cNvPr>
          <p:cNvSpPr>
            <a:spLocks xmlns:a="http://schemas.openxmlformats.org/drawingml/2006/main" noGrp="1"/>
          </p:cNvSpPr>
          <p:nvPr/>
        </p:nvSpPr>
        <p:spPr>
          <a:xfrm xmlns:a="http://schemas.openxmlformats.org/drawingml/2006/main">
            <a:off x="1143000" y="3181350"/>
            <a:ext cx="461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1" i="0">
                <a:solidFill>
                  <a:srgbClr val="475569"/>
                </a:solidFill>
                <a:latin typeface="Segoe UI"/>
                <a:ea typeface="Segoe UI"/>
                <a:cs typeface="Segoe UI"/>
              </a:defRPr>
            </a:pPr>
            <a:r>
              <a:rPr sz="900" b="1" i="0">
                <a:solidFill>
                  <a:srgbClr val="475569"/>
                </a:solidFill>
                <a:latin typeface="Segoe UI"/>
                <a:ea typeface="Segoe UI"/>
                <a:cs typeface="Segoe UI"/>
              </a:rPr>
              <a:t>Học hỏi: Thiết kế bài tập ngắn và chuỗi Streak.</a:t>
            </a:r>
          </a:p>
        </p:txBody>
      </p:sp>
      <p:sp>
        <p:nvSpPr>
          <p:cNvPr id="11" name="bm-card-1">
            <a:extLst xmlns:a="http://schemas.openxmlformats.org/drawingml/2006/main">
              <a:ext uri="{FF2B5EF4-FFF2-40B4-BE49-F238E27FC236}">
                <a16:creationId xmlns:a16="http://schemas.microsoft.com/office/drawing/2014/main" id="{BA2AA414-A5AE-4301-8F1B-D3B972EDA0E1}"/>
              </a:ext>
            </a:extLst>
          </p:cNvPr>
          <p:cNvSpPr>
            <a:spLocks xmlns:a="http://schemas.openxmlformats.org/drawingml/2006/main" noGrp="1"/>
          </p:cNvSpPr>
          <p:nvPr/>
        </p:nvSpPr>
        <p:spPr>
          <a:xfrm xmlns:a="http://schemas.openxmlformats.org/drawingml/2006/main">
            <a:off x="6191250" y="2095500"/>
            <a:ext cx="5095875" cy="1571625"/>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1430">
            <a:solidFill>
              <a:srgbClr val="E2E8F0"/>
            </a:solidFill>
            <a:prstDash val="solid"/>
          </a:ln>
        </p:spPr>
      </p:sp>
      <p:sp>
        <p:nvSpPr>
          <p:cNvPr id="12" name="bm-pill-1">
            <a:extLst xmlns:a="http://schemas.openxmlformats.org/drawingml/2006/main">
              <a:ext uri="{FF2B5EF4-FFF2-40B4-BE49-F238E27FC236}">
                <a16:creationId xmlns:a16="http://schemas.microsoft.com/office/drawing/2014/main" id="{4656E2AF-A6D4-45F3-822E-AAF4FF998849}"/>
              </a:ext>
            </a:extLst>
          </p:cNvPr>
          <p:cNvSpPr>
            <a:spLocks xmlns:a="http://schemas.openxmlformats.org/drawingml/2006/main" noGrp="1"/>
          </p:cNvSpPr>
          <p:nvPr/>
        </p:nvSpPr>
        <p:spPr>
          <a:xfrm xmlns:a="http://schemas.openxmlformats.org/drawingml/2006/main">
            <a:off x="6334125" y="2209800"/>
            <a:ext cx="1428750" cy="247650"/>
          </a:xfrm>
          <a:prstGeom xmlns:a="http://schemas.openxmlformats.org/drawingml/2006/main" prst="roundRect">
            <a:avLst>
              <a:gd name="adj" fmla="val 30769"/>
            </a:avLst>
          </a:prstGeom>
          <a:solidFill xmlns:a="http://schemas.openxmlformats.org/drawingml/2006/main">
            <a:srgbClr val="FEF3C7"/>
          </a:solidFill>
          <a:ln xmlns:a="http://schemas.openxmlformats.org/drawingml/2006/main" w="0">
            <a:noFill/>
            <a:prstDash val="solid"/>
          </a:ln>
        </p:spPr>
        <p:txBody>
          <a:bodyPr xmlns:a="http://schemas.openxmlformats.org/drawingml/2006/main" wrap="square" lIns="57150" tIns="28575" rIns="57150" bIns="28575" anchor="ctr">
            <a:normAutofit fontScale="98165"/>
          </a:bodyPr>
          <a:lstStyle xmlns:a="http://schemas.openxmlformats.org/drawingml/2006/main"/>
          <a:p xmlns:a="http://schemas.openxmlformats.org/drawingml/2006/main">
            <a:pPr algn="ctr">
              <a:buNone/>
              <a:defRPr sz="975" b="1" i="0">
                <a:solidFill>
                  <a:srgbClr val="92400E"/>
                </a:solidFill>
                <a:latin typeface="Segoe UI"/>
                <a:ea typeface="Segoe UI"/>
                <a:cs typeface="Segoe UI"/>
              </a:defRPr>
            </a:pPr>
            <a:r>
              <a:rPr sz="975" b="1" i="0">
                <a:solidFill>
                  <a:srgbClr val="92400E"/>
                </a:solidFill>
                <a:latin typeface="Segoe UI"/>
                <a:ea typeface="Segoe UI"/>
                <a:cs typeface="Segoe UI"/>
              </a:rPr>
              <a:t>Quizlet</a:t>
            </a:r>
          </a:p>
        </p:txBody>
      </p:sp>
      <p:sp>
        <p:nvSpPr>
          <p:cNvPr id="13" name="bm-str-1">
            <a:extLst xmlns:a="http://schemas.openxmlformats.org/drawingml/2006/main">
              <a:ext uri="{FF2B5EF4-FFF2-40B4-BE49-F238E27FC236}">
                <a16:creationId xmlns:a16="http://schemas.microsoft.com/office/drawing/2014/main" id="{47979D52-8CDE-4F8B-9513-022BAF09DB88}"/>
              </a:ext>
            </a:extLst>
          </p:cNvPr>
          <p:cNvSpPr>
            <a:spLocks xmlns:a="http://schemas.openxmlformats.org/drawingml/2006/main" noGrp="1"/>
          </p:cNvSpPr>
          <p:nvPr/>
        </p:nvSpPr>
        <p:spPr>
          <a:xfrm xmlns:a="http://schemas.openxmlformats.org/drawingml/2006/main">
            <a:off x="6334125" y="2514600"/>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Ưu điểm: Flashcard linh hoạt, bộ nhớ từ vựng tốt, nhiều chế độ học.</a:t>
            </a:r>
          </a:p>
        </p:txBody>
      </p:sp>
      <p:sp>
        <p:nvSpPr>
          <p:cNvPr id="14" name="bm-wk-1">
            <a:extLst xmlns:a="http://schemas.openxmlformats.org/drawingml/2006/main">
              <a:ext uri="{FF2B5EF4-FFF2-40B4-BE49-F238E27FC236}">
                <a16:creationId xmlns:a16="http://schemas.microsoft.com/office/drawing/2014/main" id="{A16D26EB-0611-46A6-9E18-96E0ED9BC439}"/>
              </a:ext>
            </a:extLst>
          </p:cNvPr>
          <p:cNvSpPr>
            <a:spLocks xmlns:a="http://schemas.openxmlformats.org/drawingml/2006/main" noGrp="1"/>
          </p:cNvSpPr>
          <p:nvPr/>
        </p:nvSpPr>
        <p:spPr>
          <a:xfrm xmlns:a="http://schemas.openxmlformats.org/drawingml/2006/main">
            <a:off x="6334125" y="2800350"/>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0" i="0">
                <a:solidFill>
                  <a:srgbClr val="64748B"/>
                </a:solidFill>
                <a:latin typeface="Segoe UI"/>
                <a:ea typeface="Segoe UI"/>
                <a:cs typeface="Segoe UI"/>
              </a:defRPr>
            </a:pPr>
            <a:r>
              <a:rPr sz="900" b="0" i="0">
                <a:solidFill>
                  <a:srgbClr val="64748B"/>
                </a:solidFill>
                <a:latin typeface="Segoe UI"/>
                <a:ea typeface="Segoe UI"/>
                <a:cs typeface="Segoe UI"/>
              </a:rPr>
              <a:t>Hạn chế: Không có phản hồi ngữ pháp câu viết tự do; phụ thuộc nội dung user tạo.</a:t>
            </a:r>
          </a:p>
        </p:txBody>
      </p:sp>
      <p:sp>
        <p:nvSpPr>
          <p:cNvPr id="15" name="bm-lesson-box-1">
            <a:extLst xmlns:a="http://schemas.openxmlformats.org/drawingml/2006/main">
              <a:ext uri="{FF2B5EF4-FFF2-40B4-BE49-F238E27FC236}">
                <a16:creationId xmlns:a16="http://schemas.microsoft.com/office/drawing/2014/main" id="{964A0A97-5B8C-4F96-A2CF-72493130BBBE}"/>
              </a:ext>
            </a:extLst>
          </p:cNvPr>
          <p:cNvSpPr>
            <a:spLocks xmlns:a="http://schemas.openxmlformats.org/drawingml/2006/main" noGrp="1"/>
          </p:cNvSpPr>
          <p:nvPr/>
        </p:nvSpPr>
        <p:spPr>
          <a:xfrm xmlns:a="http://schemas.openxmlformats.org/drawingml/2006/main">
            <a:off x="6334125" y="3124200"/>
            <a:ext cx="4810125" cy="419100"/>
          </a:xfrm>
          <a:prstGeom xmlns:a="http://schemas.openxmlformats.org/drawingml/2006/main" prst="roundRect">
            <a:avLst>
              <a:gd name="adj" fmla="val 18182"/>
            </a:avLst>
          </a:prstGeom>
          <a:solidFill xmlns:a="http://schemas.openxmlformats.org/drawingml/2006/main">
            <a:srgbClr val="F1F5F9"/>
          </a:solidFill>
          <a:ln xmlns:a="http://schemas.openxmlformats.org/drawingml/2006/main" w="9525">
            <a:solidFill>
              <a:srgbClr val="E2E8F0"/>
            </a:solidFill>
            <a:prstDash val="solid"/>
          </a:ln>
        </p:spPr>
      </p:sp>
      <p:sp>
        <p:nvSpPr>
          <p:cNvPr id="16" name="bm-les-txt-1">
            <a:extLst xmlns:a="http://schemas.openxmlformats.org/drawingml/2006/main">
              <a:ext uri="{FF2B5EF4-FFF2-40B4-BE49-F238E27FC236}">
                <a16:creationId xmlns:a16="http://schemas.microsoft.com/office/drawing/2014/main" id="{6582E5DE-16A1-4508-9DBF-8066847178A4}"/>
              </a:ext>
            </a:extLst>
          </p:cNvPr>
          <p:cNvSpPr>
            <a:spLocks xmlns:a="http://schemas.openxmlformats.org/drawingml/2006/main" noGrp="1"/>
          </p:cNvSpPr>
          <p:nvPr/>
        </p:nvSpPr>
        <p:spPr>
          <a:xfrm xmlns:a="http://schemas.openxmlformats.org/drawingml/2006/main">
            <a:off x="6429375" y="3181350"/>
            <a:ext cx="461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1" i="0">
                <a:solidFill>
                  <a:srgbClr val="475569"/>
                </a:solidFill>
                <a:latin typeface="Segoe UI"/>
                <a:ea typeface="Segoe UI"/>
                <a:cs typeface="Segoe UI"/>
              </a:defRPr>
            </a:pPr>
            <a:r>
              <a:rPr sz="900" b="1" i="0">
                <a:solidFill>
                  <a:srgbClr val="475569"/>
                </a:solidFill>
                <a:latin typeface="Segoe UI"/>
                <a:ea typeface="Segoe UI"/>
                <a:cs typeface="Segoe UI"/>
              </a:rPr>
              <a:t>Học hỏi: Cơ chế Flashcard và thuật toán SRS.</a:t>
            </a:r>
          </a:p>
        </p:txBody>
      </p:sp>
      <p:sp>
        <p:nvSpPr>
          <p:cNvPr id="17" name="bm-card-2">
            <a:extLst xmlns:a="http://schemas.openxmlformats.org/drawingml/2006/main">
              <a:ext uri="{FF2B5EF4-FFF2-40B4-BE49-F238E27FC236}">
                <a16:creationId xmlns:a16="http://schemas.microsoft.com/office/drawing/2014/main" id="{5CE334F9-D8E1-4F57-A8DC-45B3CBFD5589}"/>
              </a:ext>
            </a:extLst>
          </p:cNvPr>
          <p:cNvSpPr>
            <a:spLocks xmlns:a="http://schemas.openxmlformats.org/drawingml/2006/main" noGrp="1"/>
          </p:cNvSpPr>
          <p:nvPr/>
        </p:nvSpPr>
        <p:spPr>
          <a:xfrm xmlns:a="http://schemas.openxmlformats.org/drawingml/2006/main">
            <a:off x="904875" y="3762375"/>
            <a:ext cx="5095875" cy="1571625"/>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1430">
            <a:solidFill>
              <a:srgbClr val="E2E8F0"/>
            </a:solidFill>
            <a:prstDash val="solid"/>
          </a:ln>
        </p:spPr>
      </p:sp>
      <p:sp>
        <p:nvSpPr>
          <p:cNvPr id="18" name="bm-pill-2">
            <a:extLst xmlns:a="http://schemas.openxmlformats.org/drawingml/2006/main">
              <a:ext uri="{FF2B5EF4-FFF2-40B4-BE49-F238E27FC236}">
                <a16:creationId xmlns:a16="http://schemas.microsoft.com/office/drawing/2014/main" id="{307578D1-DA7B-4422-AD44-2DA32A09C23A}"/>
              </a:ext>
            </a:extLst>
          </p:cNvPr>
          <p:cNvSpPr>
            <a:spLocks xmlns:a="http://schemas.openxmlformats.org/drawingml/2006/main" noGrp="1"/>
          </p:cNvSpPr>
          <p:nvPr/>
        </p:nvSpPr>
        <p:spPr>
          <a:xfrm xmlns:a="http://schemas.openxmlformats.org/drawingml/2006/main">
            <a:off x="1047750" y="3876675"/>
            <a:ext cx="1428750" cy="247650"/>
          </a:xfrm>
          <a:prstGeom xmlns:a="http://schemas.openxmlformats.org/drawingml/2006/main" prst="roundRect">
            <a:avLst>
              <a:gd name="adj" fmla="val 30769"/>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98165"/>
          </a:bodyPr>
          <a:lstStyle xmlns:a="http://schemas.openxmlformats.org/drawingml/2006/main"/>
          <a:p xmlns:a="http://schemas.openxmlformats.org/drawingml/2006/main">
            <a:pPr algn="ctr">
              <a:buNone/>
              <a:defRPr sz="975" b="1" i="0">
                <a:solidFill>
                  <a:srgbClr val="15803D"/>
                </a:solidFill>
                <a:latin typeface="Segoe UI"/>
                <a:ea typeface="Segoe UI"/>
                <a:cs typeface="Segoe UI"/>
              </a:defRPr>
            </a:pPr>
            <a:r>
              <a:rPr sz="975" b="1" i="0">
                <a:solidFill>
                  <a:srgbClr val="15803D"/>
                </a:solidFill>
                <a:latin typeface="Segoe UI"/>
                <a:ea typeface="Segoe UI"/>
                <a:cs typeface="Segoe UI"/>
              </a:rPr>
              <a:t>Grammarly</a:t>
            </a:r>
          </a:p>
        </p:txBody>
      </p:sp>
      <p:sp>
        <p:nvSpPr>
          <p:cNvPr id="19" name="bm-str-2">
            <a:extLst xmlns:a="http://schemas.openxmlformats.org/drawingml/2006/main">
              <a:ext uri="{FF2B5EF4-FFF2-40B4-BE49-F238E27FC236}">
                <a16:creationId xmlns:a16="http://schemas.microsoft.com/office/drawing/2014/main" id="{10DC8A9D-BE60-4197-BEC8-1EA39A46AE9D}"/>
              </a:ext>
            </a:extLst>
          </p:cNvPr>
          <p:cNvSpPr>
            <a:spLocks xmlns:a="http://schemas.openxmlformats.org/drawingml/2006/main" noGrp="1"/>
          </p:cNvSpPr>
          <p:nvPr/>
        </p:nvSpPr>
        <p:spPr>
          <a:xfrm xmlns:a="http://schemas.openxmlformats.org/drawingml/2006/main">
            <a:off x="1047750" y="4181475"/>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Ưu điểm: Sửa lỗi ngữ pháp cực mạnh, phát hiện lỗi ngữ cảnh chính xác.</a:t>
            </a:r>
          </a:p>
        </p:txBody>
      </p:sp>
      <p:sp>
        <p:nvSpPr>
          <p:cNvPr id="20" name="bm-wk-2">
            <a:extLst xmlns:a="http://schemas.openxmlformats.org/drawingml/2006/main">
              <a:ext uri="{FF2B5EF4-FFF2-40B4-BE49-F238E27FC236}">
                <a16:creationId xmlns:a16="http://schemas.microsoft.com/office/drawing/2014/main" id="{89CFEACE-8500-4D67-9261-7ECBC3D942F6}"/>
              </a:ext>
            </a:extLst>
          </p:cNvPr>
          <p:cNvSpPr>
            <a:spLocks xmlns:a="http://schemas.openxmlformats.org/drawingml/2006/main" noGrp="1"/>
          </p:cNvSpPr>
          <p:nvPr/>
        </p:nvSpPr>
        <p:spPr>
          <a:xfrm xmlns:a="http://schemas.openxmlformats.org/drawingml/2006/main">
            <a:off x="1047750" y="4467225"/>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0" i="0">
                <a:solidFill>
                  <a:srgbClr val="64748B"/>
                </a:solidFill>
                <a:latin typeface="Segoe UI"/>
                <a:ea typeface="Segoe UI"/>
                <a:cs typeface="Segoe UI"/>
              </a:defRPr>
            </a:pPr>
            <a:r>
              <a:rPr sz="900" b="0" i="0">
                <a:solidFill>
                  <a:srgbClr val="64748B"/>
                </a:solidFill>
                <a:latin typeface="Segoe UI"/>
                <a:ea typeface="Segoe UI"/>
                <a:cs typeface="Segoe UI"/>
              </a:rPr>
              <a:t>Hạn chế: Thiếu lộ trình học tập có cấu trúc, không có flashcard từ vựng theo bài.</a:t>
            </a:r>
          </a:p>
        </p:txBody>
      </p:sp>
      <p:sp>
        <p:nvSpPr>
          <p:cNvPr id="21" name="bm-lesson-box-2">
            <a:extLst xmlns:a="http://schemas.openxmlformats.org/drawingml/2006/main">
              <a:ext uri="{FF2B5EF4-FFF2-40B4-BE49-F238E27FC236}">
                <a16:creationId xmlns:a16="http://schemas.microsoft.com/office/drawing/2014/main" id="{6A684AE5-7E04-4471-BA44-563A093E7E2E}"/>
              </a:ext>
            </a:extLst>
          </p:cNvPr>
          <p:cNvSpPr>
            <a:spLocks xmlns:a="http://schemas.openxmlformats.org/drawingml/2006/main" noGrp="1"/>
          </p:cNvSpPr>
          <p:nvPr/>
        </p:nvSpPr>
        <p:spPr>
          <a:xfrm xmlns:a="http://schemas.openxmlformats.org/drawingml/2006/main">
            <a:off x="1047750" y="4791075"/>
            <a:ext cx="4810125" cy="419100"/>
          </a:xfrm>
          <a:prstGeom xmlns:a="http://schemas.openxmlformats.org/drawingml/2006/main" prst="roundRect">
            <a:avLst>
              <a:gd name="adj" fmla="val 18182"/>
            </a:avLst>
          </a:prstGeom>
          <a:solidFill xmlns:a="http://schemas.openxmlformats.org/drawingml/2006/main">
            <a:srgbClr val="F1F5F9"/>
          </a:solidFill>
          <a:ln xmlns:a="http://schemas.openxmlformats.org/drawingml/2006/main" w="9525">
            <a:solidFill>
              <a:srgbClr val="E2E8F0"/>
            </a:solidFill>
            <a:prstDash val="solid"/>
          </a:ln>
        </p:spPr>
      </p:sp>
      <p:sp>
        <p:nvSpPr>
          <p:cNvPr id="22" name="bm-les-txt-2">
            <a:extLst xmlns:a="http://schemas.openxmlformats.org/drawingml/2006/main">
              <a:ext uri="{FF2B5EF4-FFF2-40B4-BE49-F238E27FC236}">
                <a16:creationId xmlns:a16="http://schemas.microsoft.com/office/drawing/2014/main" id="{F4514667-25DF-4C7F-ACD3-3C591BAE4CD5}"/>
              </a:ext>
            </a:extLst>
          </p:cNvPr>
          <p:cNvSpPr>
            <a:spLocks xmlns:a="http://schemas.openxmlformats.org/drawingml/2006/main" noGrp="1"/>
          </p:cNvSpPr>
          <p:nvPr/>
        </p:nvSpPr>
        <p:spPr>
          <a:xfrm xmlns:a="http://schemas.openxmlformats.org/drawingml/2006/main">
            <a:off x="1143000" y="4848225"/>
            <a:ext cx="461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1" i="0">
                <a:solidFill>
                  <a:srgbClr val="475569"/>
                </a:solidFill>
                <a:latin typeface="Segoe UI"/>
                <a:ea typeface="Segoe UI"/>
                <a:cs typeface="Segoe UI"/>
              </a:defRPr>
            </a:pPr>
            <a:r>
              <a:rPr sz="900" b="1" i="0">
                <a:solidFill>
                  <a:srgbClr val="475569"/>
                </a:solidFill>
                <a:latin typeface="Segoe UI"/>
                <a:ea typeface="Segoe UI"/>
                <a:cs typeface="Segoe UI"/>
              </a:rPr>
              <a:t>Học hỏi: Giao diện gạch chân vị trí lỗi sai trực quan.</a:t>
            </a:r>
          </a:p>
        </p:txBody>
      </p:sp>
      <p:sp>
        <p:nvSpPr>
          <p:cNvPr id="23" name="bm-card-3">
            <a:extLst xmlns:a="http://schemas.openxmlformats.org/drawingml/2006/main">
              <a:ext uri="{FF2B5EF4-FFF2-40B4-BE49-F238E27FC236}">
                <a16:creationId xmlns:a16="http://schemas.microsoft.com/office/drawing/2014/main" id="{4E08BCB9-6038-4AF7-8E81-0CD734C6BFD3}"/>
              </a:ext>
            </a:extLst>
          </p:cNvPr>
          <p:cNvSpPr>
            <a:spLocks xmlns:a="http://schemas.openxmlformats.org/drawingml/2006/main" noGrp="1"/>
          </p:cNvSpPr>
          <p:nvPr/>
        </p:nvSpPr>
        <p:spPr>
          <a:xfrm xmlns:a="http://schemas.openxmlformats.org/drawingml/2006/main">
            <a:off x="6191250" y="3762375"/>
            <a:ext cx="5095875" cy="1571625"/>
          </a:xfrm>
          <a:prstGeom xmlns:a="http://schemas.openxmlformats.org/drawingml/2006/main" prst="roundRect">
            <a:avLst>
              <a:gd name="adj" fmla="val 7273"/>
            </a:avLst>
          </a:prstGeom>
          <a:solidFill xmlns:a="http://schemas.openxmlformats.org/drawingml/2006/main">
            <a:srgbClr val="F5F3FF"/>
          </a:solidFill>
          <a:ln xmlns:a="http://schemas.openxmlformats.org/drawingml/2006/main" w="14288">
            <a:solidFill>
              <a:srgbClr val="DDD6FE"/>
            </a:solidFill>
            <a:prstDash val="solid"/>
          </a:ln>
        </p:spPr>
      </p:sp>
      <p:sp>
        <p:nvSpPr>
          <p:cNvPr id="24" name="bm-pill-3">
            <a:extLst xmlns:a="http://schemas.openxmlformats.org/drawingml/2006/main">
              <a:ext uri="{FF2B5EF4-FFF2-40B4-BE49-F238E27FC236}">
                <a16:creationId xmlns:a16="http://schemas.microsoft.com/office/drawing/2014/main" id="{2177CF47-0179-4051-9BC6-C671E07889D6}"/>
              </a:ext>
            </a:extLst>
          </p:cNvPr>
          <p:cNvSpPr>
            <a:spLocks xmlns:a="http://schemas.openxmlformats.org/drawingml/2006/main" noGrp="1"/>
          </p:cNvSpPr>
          <p:nvPr/>
        </p:nvSpPr>
        <p:spPr>
          <a:xfrm xmlns:a="http://schemas.openxmlformats.org/drawingml/2006/main">
            <a:off x="6334125" y="3876675"/>
            <a:ext cx="14287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98165"/>
          </a:bodyPr>
          <a:lstStyle xmlns:a="http://schemas.openxmlformats.org/drawingml/2006/main"/>
          <a:p xmlns:a="http://schemas.openxmlformats.org/drawingml/2006/main">
            <a:pPr algn="ctr">
              <a:buNone/>
              <a:defRPr sz="975" b="1" i="0">
                <a:solidFill>
                  <a:srgbClr val="3730A3"/>
                </a:solidFill>
                <a:latin typeface="Segoe UI"/>
                <a:ea typeface="Segoe UI"/>
                <a:cs typeface="Segoe UI"/>
              </a:defRPr>
            </a:pPr>
            <a:r>
              <a:rPr sz="975" b="1" i="0">
                <a:solidFill>
                  <a:srgbClr val="3730A3"/>
                </a:solidFill>
                <a:latin typeface="Segoe UI"/>
                <a:ea typeface="Segoe UI"/>
                <a:cs typeface="Segoe UI"/>
              </a:rPr>
              <a:t>Lingora (Đề tài)</a:t>
            </a:r>
          </a:p>
        </p:txBody>
      </p:sp>
      <p:sp>
        <p:nvSpPr>
          <p:cNvPr id="25" name="bm-str-3">
            <a:extLst xmlns:a="http://schemas.openxmlformats.org/drawingml/2006/main">
              <a:ext uri="{FF2B5EF4-FFF2-40B4-BE49-F238E27FC236}">
                <a16:creationId xmlns:a16="http://schemas.microsoft.com/office/drawing/2014/main" id="{8C5602C9-AEDB-4266-90AC-443BD77621D1}"/>
              </a:ext>
            </a:extLst>
          </p:cNvPr>
          <p:cNvSpPr>
            <a:spLocks xmlns:a="http://schemas.openxmlformats.org/drawingml/2006/main" noGrp="1"/>
          </p:cNvSpPr>
          <p:nvPr/>
        </p:nvSpPr>
        <p:spPr>
          <a:xfrm xmlns:a="http://schemas.openxmlformats.org/drawingml/2006/main">
            <a:off x="6334125" y="4181475"/>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3106"/>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Ưu điểm: Kết hợp toàn diện: Bài học cấu trúc + SRS khoa học + Scenario Writing sửa lỗi tức thì.</a:t>
            </a:r>
          </a:p>
        </p:txBody>
      </p:sp>
      <p:sp>
        <p:nvSpPr>
          <p:cNvPr id="26" name="bm-wk-3">
            <a:extLst xmlns:a="http://schemas.openxmlformats.org/drawingml/2006/main">
              <a:ext uri="{FF2B5EF4-FFF2-40B4-BE49-F238E27FC236}">
                <a16:creationId xmlns:a16="http://schemas.microsoft.com/office/drawing/2014/main" id="{28124E2B-51AF-442C-AB76-2B2A79E634CE}"/>
              </a:ext>
            </a:extLst>
          </p:cNvPr>
          <p:cNvSpPr>
            <a:spLocks xmlns:a="http://schemas.openxmlformats.org/drawingml/2006/main" noGrp="1"/>
          </p:cNvSpPr>
          <p:nvPr/>
        </p:nvSpPr>
        <p:spPr>
          <a:xfrm xmlns:a="http://schemas.openxmlformats.org/drawingml/2006/main">
            <a:off x="6334125" y="4467225"/>
            <a:ext cx="4810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0" i="0">
                <a:solidFill>
                  <a:srgbClr val="64748B"/>
                </a:solidFill>
                <a:latin typeface="Segoe UI"/>
                <a:ea typeface="Segoe UI"/>
                <a:cs typeface="Segoe UI"/>
              </a:defRPr>
            </a:pPr>
            <a:r>
              <a:rPr sz="900" b="0" i="0">
                <a:solidFill>
                  <a:srgbClr val="64748B"/>
                </a:solidFill>
                <a:latin typeface="Segoe UI"/>
                <a:ea typeface="Segoe UI"/>
                <a:cs typeface="Segoe UI"/>
              </a:rPr>
              <a:t>Hạn chế: Tập trung nền tảng Web; phân tích ngữ pháp tiếng Anh.</a:t>
            </a:r>
          </a:p>
        </p:txBody>
      </p:sp>
      <p:sp>
        <p:nvSpPr>
          <p:cNvPr id="27" name="bm-lesson-box-3">
            <a:extLst xmlns:a="http://schemas.openxmlformats.org/drawingml/2006/main">
              <a:ext uri="{FF2B5EF4-FFF2-40B4-BE49-F238E27FC236}">
                <a16:creationId xmlns:a16="http://schemas.microsoft.com/office/drawing/2014/main" id="{14F69E9D-27A8-41F8-AEAC-3CCD629F875C}"/>
              </a:ext>
            </a:extLst>
          </p:cNvPr>
          <p:cNvSpPr>
            <a:spLocks xmlns:a="http://schemas.openxmlformats.org/drawingml/2006/main" noGrp="1"/>
          </p:cNvSpPr>
          <p:nvPr/>
        </p:nvSpPr>
        <p:spPr>
          <a:xfrm xmlns:a="http://schemas.openxmlformats.org/drawingml/2006/main">
            <a:off x="6334125" y="4791075"/>
            <a:ext cx="4810125"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E2E8F0"/>
            </a:solidFill>
            <a:prstDash val="solid"/>
          </a:ln>
        </p:spPr>
      </p:sp>
      <p:sp>
        <p:nvSpPr>
          <p:cNvPr id="28" name="bm-les-txt-3">
            <a:extLst xmlns:a="http://schemas.openxmlformats.org/drawingml/2006/main">
              <a:ext uri="{FF2B5EF4-FFF2-40B4-BE49-F238E27FC236}">
                <a16:creationId xmlns:a16="http://schemas.microsoft.com/office/drawing/2014/main" id="{222FF81C-2B1D-4DA0-B28A-AA08FA2C462E}"/>
              </a:ext>
            </a:extLst>
          </p:cNvPr>
          <p:cNvSpPr>
            <a:spLocks xmlns:a="http://schemas.openxmlformats.org/drawingml/2006/main" noGrp="1"/>
          </p:cNvSpPr>
          <p:nvPr/>
        </p:nvSpPr>
        <p:spPr>
          <a:xfrm xmlns:a="http://schemas.openxmlformats.org/drawingml/2006/main">
            <a:off x="6429375" y="4848225"/>
            <a:ext cx="461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1" i="0">
                <a:solidFill>
                  <a:srgbClr val="2D1976"/>
                </a:solidFill>
                <a:latin typeface="Segoe UI"/>
                <a:ea typeface="Segoe UI"/>
                <a:cs typeface="Segoe UI"/>
              </a:defRPr>
            </a:pPr>
            <a:r>
              <a:rPr sz="900" b="1" i="0">
                <a:solidFill>
                  <a:srgbClr val="2D1976"/>
                </a:solidFill>
                <a:latin typeface="Segoe UI"/>
                <a:ea typeface="Segoe UI"/>
                <a:cs typeface="Segoe UI"/>
              </a:rPr>
              <a:t>Định vị: Nền tảng học kết hợp thực hành ngữ pháp sâu.</a:t>
            </a:r>
          </a:p>
        </p:txBody>
      </p:sp>
    </p:spTree>
    <p:extLst>
      <p:ext uri="{BB962C8B-B14F-4D97-AF65-F5344CB8AC3E}">
        <p14:creationId xmlns:p14="http://schemas.microsoft.com/office/powerpoint/2010/main" val="50044831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3"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1">
            <a:extLst xmlns:a="http://schemas.openxmlformats.org/drawingml/2006/main">
              <a:ext uri="{FF2B5EF4-FFF2-40B4-BE49-F238E27FC236}">
                <a16:creationId xmlns:a16="http://schemas.microsoft.com/office/drawing/2014/main" id="{3FAEDEAD-34E9-4276-B005-20E13AD2E547}"/>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ĐẶC TẢ USE CASE</a:t>
            </a:r>
          </a:p>
        </p:txBody>
      </p:sp>
      <p:sp>
        <p:nvSpPr>
          <p:cNvPr id="3" name="title-11">
            <a:extLst xmlns:a="http://schemas.openxmlformats.org/drawingml/2006/main">
              <a:ext uri="{FF2B5EF4-FFF2-40B4-BE49-F238E27FC236}">
                <a16:creationId xmlns:a16="http://schemas.microsoft.com/office/drawing/2014/main" id="{1CE9A708-FCD4-4684-B2F7-DD66F81DF74A}"/>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1800" b="1" i="0">
                <a:solidFill>
                  <a:srgbClr val="2D1976"/>
                </a:solidFill>
                <a:latin typeface="Segoe UI"/>
                <a:ea typeface="Segoe UI"/>
                <a:cs typeface="Segoe UI"/>
              </a:defRPr>
            </a:pPr>
            <a:r>
              <a:rPr sz="1800" b="1" i="0">
                <a:solidFill>
                  <a:srgbClr val="2D1976"/>
                </a:solidFill>
                <a:latin typeface="Segoe UI"/>
                <a:ea typeface="Segoe UI"/>
                <a:cs typeface="Segoe UI"/>
              </a:rPr>
              <a:t>MÔ HÌNH HÓA TỔNG QUAN USE CASE VÀ RANH GIỚI HỆ THỐNG</a:t>
            </a:r>
          </a:p>
        </p:txBody>
      </p:sp>
      <p:sp>
        <p:nvSpPr>
          <p:cNvPr id="4" name="rule-11">
            <a:extLst xmlns:a="http://schemas.openxmlformats.org/drawingml/2006/main">
              <a:ext uri="{FF2B5EF4-FFF2-40B4-BE49-F238E27FC236}">
                <a16:creationId xmlns:a16="http://schemas.microsoft.com/office/drawing/2014/main" id="{10EA8E0A-5E53-4167-B045-EB7B27BFC484}"/>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actor-bar">
            <a:extLst xmlns:a="http://schemas.openxmlformats.org/drawingml/2006/main">
              <a:ext uri="{FF2B5EF4-FFF2-40B4-BE49-F238E27FC236}">
                <a16:creationId xmlns:a16="http://schemas.microsoft.com/office/drawing/2014/main" id="{311B6F1E-4A5A-41CE-92EA-91110843280C}"/>
              </a:ext>
            </a:extLst>
          </p:cNvPr>
          <p:cNvSpPr>
            <a:spLocks xmlns:a="http://schemas.openxmlformats.org/drawingml/2006/main" noGrp="1"/>
          </p:cNvSpPr>
          <p:nvPr/>
        </p:nvSpPr>
        <p:spPr>
          <a:xfrm xmlns:a="http://schemas.openxmlformats.org/drawingml/2006/main">
            <a:off x="904875" y="2047875"/>
            <a:ext cx="1038225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11430">
            <a:solidFill>
              <a:srgbClr val="E2E8F0"/>
            </a:solidFill>
            <a:prstDash val="solid"/>
          </a:ln>
        </p:spPr>
      </p:sp>
      <p:sp>
        <p:nvSpPr>
          <p:cNvPr id="6" name="actor-tag-1">
            <a:extLst xmlns:a="http://schemas.openxmlformats.org/drawingml/2006/main">
              <a:ext uri="{FF2B5EF4-FFF2-40B4-BE49-F238E27FC236}">
                <a16:creationId xmlns:a16="http://schemas.microsoft.com/office/drawing/2014/main" id="{324B2D5B-2FDD-42EB-8119-2D336BAF1427}"/>
              </a:ext>
            </a:extLst>
          </p:cNvPr>
          <p:cNvSpPr>
            <a:spLocks xmlns:a="http://schemas.openxmlformats.org/drawingml/2006/main" noGrp="1"/>
          </p:cNvSpPr>
          <p:nvPr/>
        </p:nvSpPr>
        <p:spPr>
          <a:xfrm xmlns:a="http://schemas.openxmlformats.org/drawingml/2006/main">
            <a:off x="1047750" y="2133600"/>
            <a:ext cx="1047750" cy="266700"/>
          </a:xfrm>
          <a:prstGeom xmlns:a="http://schemas.openxmlformats.org/drawingml/2006/main" prst="roundRect">
            <a:avLst>
              <a:gd name="adj" fmla="val 28571"/>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3730A3"/>
                </a:solidFill>
                <a:latin typeface="Segoe UI"/>
                <a:ea typeface="Segoe UI"/>
                <a:cs typeface="Segoe UI"/>
              </a:defRPr>
            </a:pPr>
            <a:r>
              <a:rPr sz="975" b="1" i="0">
                <a:solidFill>
                  <a:srgbClr val="3730A3"/>
                </a:solidFill>
                <a:latin typeface="Segoe UI"/>
                <a:ea typeface="Segoe UI"/>
                <a:cs typeface="Segoe UI"/>
              </a:rPr>
              <a:t>Learner</a:t>
            </a:r>
          </a:p>
        </p:txBody>
      </p:sp>
      <p:sp>
        <p:nvSpPr>
          <p:cNvPr id="7" name="actor-desc-1">
            <a:extLst xmlns:a="http://schemas.openxmlformats.org/drawingml/2006/main">
              <a:ext uri="{FF2B5EF4-FFF2-40B4-BE49-F238E27FC236}">
                <a16:creationId xmlns:a16="http://schemas.microsoft.com/office/drawing/2014/main" id="{01328A8F-14A8-4826-9B30-C2CB236A6BCE}"/>
              </a:ext>
            </a:extLst>
          </p:cNvPr>
          <p:cNvSpPr>
            <a:spLocks xmlns:a="http://schemas.openxmlformats.org/drawingml/2006/main" noGrp="1"/>
          </p:cNvSpPr>
          <p:nvPr/>
        </p:nvSpPr>
        <p:spPr>
          <a:xfrm xmlns:a="http://schemas.openxmlformats.org/drawingml/2006/main">
            <a:off x="2190750" y="21336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75" b="1" i="0">
                <a:solidFill>
                  <a:srgbClr val="1E293B"/>
                </a:solidFill>
                <a:latin typeface="Segoe UI"/>
                <a:ea typeface="Segoe UI"/>
                <a:cs typeface="Segoe UI"/>
              </a:defRPr>
            </a:pPr>
            <a:r>
              <a:rPr sz="975" b="1" i="0">
                <a:solidFill>
                  <a:srgbClr val="1E293B"/>
                </a:solidFill>
                <a:latin typeface="Segoe UI"/>
                <a:ea typeface="Segoe UI"/>
                <a:cs typeface="Segoe UI"/>
              </a:rPr>
              <a:t>Học viên (Học bài, làm bài tập, ôn tập SRS, viết kịch bản, làm test đầu vào, nhận huy hiệu)</a:t>
            </a:r>
          </a:p>
        </p:txBody>
      </p:sp>
      <p:sp>
        <p:nvSpPr>
          <p:cNvPr id="8" name="actor-tag-2">
            <a:extLst xmlns:a="http://schemas.openxmlformats.org/drawingml/2006/main">
              <a:ext uri="{FF2B5EF4-FFF2-40B4-BE49-F238E27FC236}">
                <a16:creationId xmlns:a16="http://schemas.microsoft.com/office/drawing/2014/main" id="{192F0C29-487E-447E-8B44-7C9376ACB503}"/>
              </a:ext>
            </a:extLst>
          </p:cNvPr>
          <p:cNvSpPr>
            <a:spLocks xmlns:a="http://schemas.openxmlformats.org/drawingml/2006/main" noGrp="1"/>
          </p:cNvSpPr>
          <p:nvPr/>
        </p:nvSpPr>
        <p:spPr>
          <a:xfrm xmlns:a="http://schemas.openxmlformats.org/drawingml/2006/main">
            <a:off x="8239125" y="2133600"/>
            <a:ext cx="857250" cy="266700"/>
          </a:xfrm>
          <a:prstGeom xmlns:a="http://schemas.openxmlformats.org/drawingml/2006/main" prst="roundRect">
            <a:avLst>
              <a:gd name="adj" fmla="val 28571"/>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0369A1"/>
                </a:solidFill>
                <a:latin typeface="Segoe UI"/>
                <a:ea typeface="Segoe UI"/>
                <a:cs typeface="Segoe UI"/>
              </a:defRPr>
            </a:pPr>
            <a:r>
              <a:rPr sz="975" b="1" i="0">
                <a:solidFill>
                  <a:srgbClr val="0369A1"/>
                </a:solidFill>
                <a:latin typeface="Segoe UI"/>
                <a:ea typeface="Segoe UI"/>
                <a:cs typeface="Segoe UI"/>
              </a:rPr>
              <a:t>Admin</a:t>
            </a:r>
          </a:p>
        </p:txBody>
      </p:sp>
      <p:sp>
        <p:nvSpPr>
          <p:cNvPr id="9" name="actor-desc-2">
            <a:extLst xmlns:a="http://schemas.openxmlformats.org/drawingml/2006/main">
              <a:ext uri="{FF2B5EF4-FFF2-40B4-BE49-F238E27FC236}">
                <a16:creationId xmlns:a16="http://schemas.microsoft.com/office/drawing/2014/main" id="{263E527B-C7D5-4703-92F0-7C41E05448E4}"/>
              </a:ext>
            </a:extLst>
          </p:cNvPr>
          <p:cNvSpPr>
            <a:spLocks xmlns:a="http://schemas.openxmlformats.org/drawingml/2006/main" noGrp="1"/>
          </p:cNvSpPr>
          <p:nvPr/>
        </p:nvSpPr>
        <p:spPr>
          <a:xfrm xmlns:a="http://schemas.openxmlformats.org/drawingml/2006/main">
            <a:off x="9191625" y="213360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75" b="1" i="0">
                <a:solidFill>
                  <a:srgbClr val="1E293B"/>
                </a:solidFill>
                <a:latin typeface="Segoe UI"/>
                <a:ea typeface="Segoe UI"/>
                <a:cs typeface="Segoe UI"/>
              </a:defRPr>
            </a:pPr>
            <a:r>
              <a:rPr sz="975" b="1" i="0">
                <a:solidFill>
                  <a:srgbClr val="1E293B"/>
                </a:solidFill>
                <a:latin typeface="Segoe UI"/>
                <a:ea typeface="Segoe UI"/>
                <a:cs typeface="Segoe UI"/>
              </a:rPr>
              <a:t>Quản trị nội dung</a:t>
            </a:r>
          </a:p>
        </p:txBody>
      </p:sp>
      <p:sp>
        <p:nvSpPr>
          <p:cNvPr id="10" name="slot-uc-overview-bg">
            <a:extLst xmlns:a="http://schemas.openxmlformats.org/drawingml/2006/main">
              <a:ext uri="{FF2B5EF4-FFF2-40B4-BE49-F238E27FC236}">
                <a16:creationId xmlns:a16="http://schemas.microsoft.com/office/drawing/2014/main" id="{BF8DD09A-DCE5-45AF-BC51-01185A106FD4}"/>
              </a:ext>
            </a:extLst>
          </p:cNvPr>
          <p:cNvSpPr>
            <a:spLocks xmlns:a="http://schemas.openxmlformats.org/drawingml/2006/main" noGrp="1"/>
          </p:cNvSpPr>
          <p:nvPr/>
        </p:nvSpPr>
        <p:spPr>
          <a:xfrm xmlns:a="http://schemas.openxmlformats.org/drawingml/2006/main">
            <a:off x="904875" y="2619375"/>
            <a:ext cx="1038225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1430">
            <a:solidFill>
              <a:srgbClr val="DDD6FE"/>
            </a:solidFill>
            <a:prstDash val="solid"/>
          </a:ln>
        </p:spPr>
      </p:sp>
      <p:sp>
        <p:nvSpPr>
          <p:cNvPr id="11" name="slot-uc-overview-tag">
            <a:extLst xmlns:a="http://schemas.openxmlformats.org/drawingml/2006/main">
              <a:ext uri="{FF2B5EF4-FFF2-40B4-BE49-F238E27FC236}">
                <a16:creationId xmlns:a16="http://schemas.microsoft.com/office/drawing/2014/main" id="{2A85B3B5-1D5F-4DBF-B93C-8552BE09B7A4}"/>
              </a:ext>
            </a:extLst>
          </p:cNvPr>
          <p:cNvSpPr>
            <a:spLocks xmlns:a="http://schemas.openxmlformats.org/drawingml/2006/main" noGrp="1"/>
          </p:cNvSpPr>
          <p:nvPr/>
        </p:nvSpPr>
        <p:spPr>
          <a:xfrm xmlns:a="http://schemas.openxmlformats.org/drawingml/2006/main">
            <a:off x="1019175" y="2676525"/>
            <a:ext cx="304800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3730A3"/>
                </a:solidFill>
                <a:latin typeface="Segoe UI"/>
                <a:ea typeface="Segoe UI"/>
                <a:cs typeface="Segoe UI"/>
              </a:defRPr>
            </a:pPr>
            <a:r>
              <a:rPr sz="825" b="1" i="0">
                <a:solidFill>
                  <a:srgbClr val="3730A3"/>
                </a:solidFill>
                <a:latin typeface="Segoe UI"/>
                <a:ea typeface="Segoe UI"/>
                <a:cs typeface="Segoe UI"/>
              </a:rPr>
              <a:t>SƠ ĐỒ USE CASE TỔNG QUAN</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2735cd5237c4034"/>
          <a:stretch xmlns:a="http://schemas.openxmlformats.org/drawingml/2006/main"/>
        </p:blipFill>
        <p:spPr>
          <a:xfrm xmlns:a="http://schemas.openxmlformats.org/drawingml/2006/main">
            <a:off x="4807640" y="2905125"/>
            <a:ext cx="2576720" cy="2476500"/>
          </a:xfrm>
          <a:prstGeom xmlns:a="http://schemas.openxmlformats.org/drawingml/2006/main" prst="rect">
            <a:avLst/>
          </a:prstGeom>
        </p:spPr>
      </p:pic>
    </p:spTree>
    <p:extLst>
      <p:ext uri="{BB962C8B-B14F-4D97-AF65-F5344CB8AC3E}">
        <p14:creationId xmlns:p14="http://schemas.microsoft.com/office/powerpoint/2010/main" val="16732941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2"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2">
            <a:extLst xmlns:a="http://schemas.openxmlformats.org/drawingml/2006/main">
              <a:ext uri="{FF2B5EF4-FFF2-40B4-BE49-F238E27FC236}">
                <a16:creationId xmlns:a16="http://schemas.microsoft.com/office/drawing/2014/main" id="{CD27B92D-F69D-4DFB-95F3-5BF27AD8B0CD}"/>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ĐẶC TẢ ACTIVITY &amp; NGHIỆM THU UC-05</a:t>
            </a:r>
          </a:p>
        </p:txBody>
      </p:sp>
      <p:sp>
        <p:nvSpPr>
          <p:cNvPr id="3" name="title-12">
            <a:extLst xmlns:a="http://schemas.openxmlformats.org/drawingml/2006/main">
              <a:ext uri="{FF2B5EF4-FFF2-40B4-BE49-F238E27FC236}">
                <a16:creationId xmlns:a16="http://schemas.microsoft.com/office/drawing/2014/main" id="{11AB488F-3961-4173-8B36-985E47ED2C5F}"/>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1650" b="1" i="0">
                <a:solidFill>
                  <a:srgbClr val="2D1976"/>
                </a:solidFill>
                <a:latin typeface="Segoe UI"/>
                <a:ea typeface="Segoe UI"/>
                <a:cs typeface="Segoe UI"/>
              </a:defRPr>
            </a:pPr>
            <a:r>
              <a:rPr sz="1650" b="1" i="0">
                <a:solidFill>
                  <a:srgbClr val="2D1976"/>
                </a:solidFill>
                <a:latin typeface="Segoe UI"/>
                <a:ea typeface="Segoe UI"/>
                <a:cs typeface="Segoe UI"/>
              </a:rPr>
              <a:t>ĐẶC TẢ CHUYÊN SÂU UC-05: ÔN TẬP TỪ VỰNG SPACED REPETITION</a:t>
            </a:r>
          </a:p>
        </p:txBody>
      </p:sp>
      <p:sp>
        <p:nvSpPr>
          <p:cNvPr id="4" name="rule-12">
            <a:extLst xmlns:a="http://schemas.openxmlformats.org/drawingml/2006/main">
              <a:ext uri="{FF2B5EF4-FFF2-40B4-BE49-F238E27FC236}">
                <a16:creationId xmlns:a16="http://schemas.microsoft.com/office/drawing/2014/main" id="{C39AB0C1-A17D-4417-A6ED-4A0779F1770E}"/>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slot-act-uc5-bg">
            <a:extLst xmlns:a="http://schemas.openxmlformats.org/drawingml/2006/main">
              <a:ext uri="{FF2B5EF4-FFF2-40B4-BE49-F238E27FC236}">
                <a16:creationId xmlns:a16="http://schemas.microsoft.com/office/drawing/2014/main" id="{ECDE467F-ACFC-460F-BFE5-85903AF32436}"/>
              </a:ext>
            </a:extLst>
          </p:cNvPr>
          <p:cNvSpPr>
            <a:spLocks xmlns:a="http://schemas.openxmlformats.org/drawingml/2006/main" noGrp="1"/>
          </p:cNvSpPr>
          <p:nvPr/>
        </p:nvSpPr>
        <p:spPr>
          <a:xfrm xmlns:a="http://schemas.openxmlformats.org/drawingml/2006/main">
            <a:off x="904875" y="2047875"/>
            <a:ext cx="4953000" cy="3429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1430">
            <a:solidFill>
              <a:srgbClr val="DDD6FE"/>
            </a:solidFill>
            <a:prstDash val="solid"/>
          </a:ln>
        </p:spPr>
      </p:sp>
      <p:sp>
        <p:nvSpPr>
          <p:cNvPr id="6" name="slot-act-uc5-tag">
            <a:extLst xmlns:a="http://schemas.openxmlformats.org/drawingml/2006/main">
              <a:ext uri="{FF2B5EF4-FFF2-40B4-BE49-F238E27FC236}">
                <a16:creationId xmlns:a16="http://schemas.microsoft.com/office/drawing/2014/main" id="{155C8E9E-DB62-4C18-A192-BBEC06BFF71B}"/>
              </a:ext>
            </a:extLst>
          </p:cNvPr>
          <p:cNvSpPr>
            <a:spLocks xmlns:a="http://schemas.openxmlformats.org/drawingml/2006/main" noGrp="1"/>
          </p:cNvSpPr>
          <p:nvPr/>
        </p:nvSpPr>
        <p:spPr>
          <a:xfrm xmlns:a="http://schemas.openxmlformats.org/drawingml/2006/main">
            <a:off x="1019175" y="2105025"/>
            <a:ext cx="304800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3730A3"/>
                </a:solidFill>
                <a:latin typeface="Segoe UI"/>
                <a:ea typeface="Segoe UI"/>
                <a:cs typeface="Segoe UI"/>
              </a:defRPr>
            </a:pPr>
            <a:r>
              <a:rPr sz="825" b="1" i="0">
                <a:solidFill>
                  <a:srgbClr val="3730A3"/>
                </a:solidFill>
                <a:latin typeface="Segoe UI"/>
                <a:ea typeface="Segoe UI"/>
                <a:cs typeface="Segoe UI"/>
              </a:rPr>
              <a:t>LUỒNG HOẠT ĐỘNG ÔN TẬP SRS</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a41e9808f508493e"/>
          <a:stretch xmlns:a="http://schemas.openxmlformats.org/drawingml/2006/main"/>
        </p:blipFill>
        <p:spPr>
          <a:xfrm xmlns:a="http://schemas.openxmlformats.org/drawingml/2006/main">
            <a:off x="2085901" y="2333625"/>
            <a:ext cx="2590948" cy="3048000"/>
          </a:xfrm>
          <a:prstGeom xmlns:a="http://schemas.openxmlformats.org/drawingml/2006/main" prst="rect">
            <a:avLst/>
          </a:prstGeom>
        </p:spPr>
      </p:pic>
      <p:sp>
        <p:nvSpPr>
          <p:cNvPr id="8" name="uc5-ac-bg">
            <a:extLst xmlns:a="http://schemas.openxmlformats.org/drawingml/2006/main">
              <a:ext uri="{FF2B5EF4-FFF2-40B4-BE49-F238E27FC236}">
                <a16:creationId xmlns:a16="http://schemas.microsoft.com/office/drawing/2014/main" id="{08EFE518-5B9F-4DCF-A539-CE82DF0BE2BC}"/>
              </a:ext>
            </a:extLst>
          </p:cNvPr>
          <p:cNvSpPr>
            <a:spLocks xmlns:a="http://schemas.openxmlformats.org/drawingml/2006/main" noGrp="1"/>
          </p:cNvSpPr>
          <p:nvPr/>
        </p:nvSpPr>
        <p:spPr>
          <a:xfrm xmlns:a="http://schemas.openxmlformats.org/drawingml/2006/main">
            <a:off x="6048375" y="2047875"/>
            <a:ext cx="5238750" cy="34290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11430">
            <a:solidFill>
              <a:srgbClr val="DDD6FE"/>
            </a:solidFill>
            <a:prstDash val="solid"/>
          </a:ln>
        </p:spPr>
      </p:sp>
      <p:sp>
        <p:nvSpPr>
          <p:cNvPr id="9" name="uc5-ac-head">
            <a:extLst xmlns:a="http://schemas.openxmlformats.org/drawingml/2006/main">
              <a:ext uri="{FF2B5EF4-FFF2-40B4-BE49-F238E27FC236}">
                <a16:creationId xmlns:a16="http://schemas.microsoft.com/office/drawing/2014/main" id="{394B1E01-2FAA-4A00-8008-5FD3759E768A}"/>
              </a:ext>
            </a:extLst>
          </p:cNvPr>
          <p:cNvSpPr>
            <a:spLocks xmlns:a="http://schemas.openxmlformats.org/drawingml/2006/main" noGrp="1"/>
          </p:cNvSpPr>
          <p:nvPr/>
        </p:nvSpPr>
        <p:spPr>
          <a:xfrm xmlns:a="http://schemas.openxmlformats.org/drawingml/2006/main">
            <a:off x="6238875" y="2171700"/>
            <a:ext cx="36195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TIÊU CHUẨN NGHIỆM THU (ACCEPTANCE CRITERIA)</a:t>
            </a:r>
          </a:p>
        </p:txBody>
      </p:sp>
      <p:sp>
        <p:nvSpPr>
          <p:cNvPr id="10" name="ac5-box-0">
            <a:extLst xmlns:a="http://schemas.openxmlformats.org/drawingml/2006/main">
              <a:ext uri="{FF2B5EF4-FFF2-40B4-BE49-F238E27FC236}">
                <a16:creationId xmlns:a16="http://schemas.microsoft.com/office/drawing/2014/main" id="{70EC8AFF-0275-43C8-9B88-5987865F87F8}"/>
              </a:ext>
            </a:extLst>
          </p:cNvPr>
          <p:cNvSpPr>
            <a:spLocks xmlns:a="http://schemas.openxmlformats.org/drawingml/2006/main" noGrp="1"/>
          </p:cNvSpPr>
          <p:nvPr/>
        </p:nvSpPr>
        <p:spPr>
          <a:xfrm xmlns:a="http://schemas.openxmlformats.org/drawingml/2006/main">
            <a:off x="6238875" y="2524125"/>
            <a:ext cx="4857750" cy="838200"/>
          </a:xfrm>
          <a:prstGeom xmlns:a="http://schemas.openxmlformats.org/drawingml/2006/main" prst="roundRect">
            <a:avLst>
              <a:gd name="adj" fmla="val 13636"/>
            </a:avLst>
          </a:prstGeom>
          <a:solidFill xmlns:a="http://schemas.openxmlformats.org/drawingml/2006/main">
            <a:srgbClr val="F8FAFC"/>
          </a:solidFill>
          <a:ln xmlns:a="http://schemas.openxmlformats.org/drawingml/2006/main" w="9525">
            <a:solidFill>
              <a:srgbClr val="E2E8F0"/>
            </a:solidFill>
            <a:prstDash val="solid"/>
          </a:ln>
        </p:spPr>
      </p:sp>
      <p:sp>
        <p:nvSpPr>
          <p:cNvPr id="11" name="ac5-tag-0">
            <a:extLst xmlns:a="http://schemas.openxmlformats.org/drawingml/2006/main">
              <a:ext uri="{FF2B5EF4-FFF2-40B4-BE49-F238E27FC236}">
                <a16:creationId xmlns:a16="http://schemas.microsoft.com/office/drawing/2014/main" id="{E2C00777-B159-41EE-8DBC-927A9829926E}"/>
              </a:ext>
            </a:extLst>
          </p:cNvPr>
          <p:cNvSpPr>
            <a:spLocks xmlns:a="http://schemas.openxmlformats.org/drawingml/2006/main" noGrp="1"/>
          </p:cNvSpPr>
          <p:nvPr/>
        </p:nvSpPr>
        <p:spPr>
          <a:xfrm xmlns:a="http://schemas.openxmlformats.org/drawingml/2006/main">
            <a:off x="6334125" y="2600325"/>
            <a:ext cx="809625" cy="228600"/>
          </a:xfrm>
          <a:prstGeom xmlns:a="http://schemas.openxmlformats.org/drawingml/2006/main" prst="roundRect">
            <a:avLst>
              <a:gd name="adj" fmla="val 33333"/>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92457"/>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AC-05.1</a:t>
            </a:r>
          </a:p>
        </p:txBody>
      </p:sp>
      <p:sp>
        <p:nvSpPr>
          <p:cNvPr id="12" name="ac5-t-0">
            <a:extLst xmlns:a="http://schemas.openxmlformats.org/drawingml/2006/main">
              <a:ext uri="{FF2B5EF4-FFF2-40B4-BE49-F238E27FC236}">
                <a16:creationId xmlns:a16="http://schemas.microsoft.com/office/drawing/2014/main" id="{A256AD18-0CF4-43FD-BBB3-EED7BF9BE6FC}"/>
              </a:ext>
            </a:extLst>
          </p:cNvPr>
          <p:cNvSpPr>
            <a:spLocks xmlns:a="http://schemas.openxmlformats.org/drawingml/2006/main" noGrp="1"/>
          </p:cNvSpPr>
          <p:nvPr/>
        </p:nvSpPr>
        <p:spPr>
          <a:xfrm xmlns:a="http://schemas.openxmlformats.org/drawingml/2006/main">
            <a:off x="7239000" y="2581275"/>
            <a:ext cx="3762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377"/>
          </a:bodyPr>
          <a:lstStyle xmlns:a="http://schemas.openxmlformats.org/drawingml/2006/main"/>
          <a:p xmlns:a="http://schemas.openxmlformats.org/drawingml/2006/main">
            <a:pPr algn="l">
              <a:buNone/>
              <a:defRPr sz="1013" b="1" i="0">
                <a:solidFill>
                  <a:srgbClr val="2D1976"/>
                </a:solidFill>
                <a:latin typeface="Segoe UI"/>
                <a:ea typeface="Segoe UI"/>
                <a:cs typeface="Segoe UI"/>
              </a:defRPr>
            </a:pPr>
            <a:r>
              <a:rPr sz="1013" b="1" i="0">
                <a:solidFill>
                  <a:srgbClr val="2D1976"/>
                </a:solidFill>
                <a:latin typeface="Segoe UI"/>
                <a:ea typeface="Segoe UI"/>
                <a:cs typeface="Segoe UI"/>
              </a:rPr>
              <a:t>Tính toán khoảng cách ôn tập SM-2</a:t>
            </a:r>
          </a:p>
        </p:txBody>
      </p:sp>
      <p:sp>
        <p:nvSpPr>
          <p:cNvPr id="13" name="ac5-d-0">
            <a:extLst xmlns:a="http://schemas.openxmlformats.org/drawingml/2006/main">
              <a:ext uri="{FF2B5EF4-FFF2-40B4-BE49-F238E27FC236}">
                <a16:creationId xmlns:a16="http://schemas.microsoft.com/office/drawing/2014/main" id="{23FDB365-C265-488B-9141-48D4154DF83E}"/>
              </a:ext>
            </a:extLst>
          </p:cNvPr>
          <p:cNvSpPr>
            <a:spLocks xmlns:a="http://schemas.openxmlformats.org/drawingml/2006/main" noGrp="1"/>
          </p:cNvSpPr>
          <p:nvPr/>
        </p:nvSpPr>
        <p:spPr>
          <a:xfrm xmlns:a="http://schemas.openxmlformats.org/drawingml/2006/main">
            <a:off x="6334125" y="2847975"/>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0" i="0">
                <a:solidFill>
                  <a:srgbClr val="475569"/>
                </a:solidFill>
                <a:latin typeface="Segoe UI"/>
                <a:ea typeface="Segoe UI"/>
                <a:cs typeface="Segoe UI"/>
              </a:defRPr>
            </a:pPr>
            <a:r>
              <a:rPr sz="900" b="0" i="0">
                <a:solidFill>
                  <a:srgbClr val="475569"/>
                </a:solidFill>
                <a:latin typeface="Segoe UI"/>
                <a:ea typeface="Segoe UI"/>
                <a:cs typeface="Segoe UI"/>
              </a:rPr>
              <a:t>Interval và Ease Factor được cập nhật chính xác theo thuật toán SM-2 khi người học chọn 1 trong 4 mức đánh giá (Again, Hard, Good, Easy).</a:t>
            </a:r>
          </a:p>
        </p:txBody>
      </p:sp>
      <p:sp>
        <p:nvSpPr>
          <p:cNvPr id="14" name="ac5-box-1">
            <a:extLst xmlns:a="http://schemas.openxmlformats.org/drawingml/2006/main">
              <a:ext uri="{FF2B5EF4-FFF2-40B4-BE49-F238E27FC236}">
                <a16:creationId xmlns:a16="http://schemas.microsoft.com/office/drawing/2014/main" id="{A0EAC1F8-7B3F-485B-90CD-A7C441F60EE0}"/>
              </a:ext>
            </a:extLst>
          </p:cNvPr>
          <p:cNvSpPr>
            <a:spLocks xmlns:a="http://schemas.openxmlformats.org/drawingml/2006/main" noGrp="1"/>
          </p:cNvSpPr>
          <p:nvPr/>
        </p:nvSpPr>
        <p:spPr>
          <a:xfrm xmlns:a="http://schemas.openxmlformats.org/drawingml/2006/main">
            <a:off x="6238875" y="3457575"/>
            <a:ext cx="4857750" cy="838200"/>
          </a:xfrm>
          <a:prstGeom xmlns:a="http://schemas.openxmlformats.org/drawingml/2006/main" prst="roundRect">
            <a:avLst>
              <a:gd name="adj" fmla="val 13636"/>
            </a:avLst>
          </a:prstGeom>
          <a:solidFill xmlns:a="http://schemas.openxmlformats.org/drawingml/2006/main">
            <a:srgbClr val="F8FAFC"/>
          </a:solidFill>
          <a:ln xmlns:a="http://schemas.openxmlformats.org/drawingml/2006/main" w="9525">
            <a:solidFill>
              <a:srgbClr val="E2E8F0"/>
            </a:solidFill>
            <a:prstDash val="solid"/>
          </a:ln>
        </p:spPr>
      </p:sp>
      <p:sp>
        <p:nvSpPr>
          <p:cNvPr id="15" name="ac5-tag-1">
            <a:extLst xmlns:a="http://schemas.openxmlformats.org/drawingml/2006/main">
              <a:ext uri="{FF2B5EF4-FFF2-40B4-BE49-F238E27FC236}">
                <a16:creationId xmlns:a16="http://schemas.microsoft.com/office/drawing/2014/main" id="{BE4341BA-D25A-44D7-AFD7-FF4BF13E06CD}"/>
              </a:ext>
            </a:extLst>
          </p:cNvPr>
          <p:cNvSpPr>
            <a:spLocks xmlns:a="http://schemas.openxmlformats.org/drawingml/2006/main" noGrp="1"/>
          </p:cNvSpPr>
          <p:nvPr/>
        </p:nvSpPr>
        <p:spPr>
          <a:xfrm xmlns:a="http://schemas.openxmlformats.org/drawingml/2006/main">
            <a:off x="6334125" y="3533775"/>
            <a:ext cx="809625" cy="228600"/>
          </a:xfrm>
          <a:prstGeom xmlns:a="http://schemas.openxmlformats.org/drawingml/2006/main" prst="roundRect">
            <a:avLst>
              <a:gd name="adj" fmla="val 33333"/>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92457"/>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AC-05.2</a:t>
            </a:r>
          </a:p>
        </p:txBody>
      </p:sp>
      <p:sp>
        <p:nvSpPr>
          <p:cNvPr id="16" name="ac5-t-1">
            <a:extLst xmlns:a="http://schemas.openxmlformats.org/drawingml/2006/main">
              <a:ext uri="{FF2B5EF4-FFF2-40B4-BE49-F238E27FC236}">
                <a16:creationId xmlns:a16="http://schemas.microsoft.com/office/drawing/2014/main" id="{F53E344E-6779-452E-9198-0E0F8985A80E}"/>
              </a:ext>
            </a:extLst>
          </p:cNvPr>
          <p:cNvSpPr>
            <a:spLocks xmlns:a="http://schemas.openxmlformats.org/drawingml/2006/main" noGrp="1"/>
          </p:cNvSpPr>
          <p:nvPr/>
        </p:nvSpPr>
        <p:spPr>
          <a:xfrm xmlns:a="http://schemas.openxmlformats.org/drawingml/2006/main">
            <a:off x="7239000" y="3514725"/>
            <a:ext cx="3762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377"/>
          </a:bodyPr>
          <a:lstStyle xmlns:a="http://schemas.openxmlformats.org/drawingml/2006/main"/>
          <a:p xmlns:a="http://schemas.openxmlformats.org/drawingml/2006/main">
            <a:pPr algn="l">
              <a:buNone/>
              <a:defRPr sz="1013" b="1" i="0">
                <a:solidFill>
                  <a:srgbClr val="2D1976"/>
                </a:solidFill>
                <a:latin typeface="Segoe UI"/>
                <a:ea typeface="Segoe UI"/>
                <a:cs typeface="Segoe UI"/>
              </a:defRPr>
            </a:pPr>
            <a:r>
              <a:rPr sz="1013" b="1" i="0">
                <a:solidFill>
                  <a:srgbClr val="2D1976"/>
                </a:solidFill>
                <a:latin typeface="Segoe UI"/>
                <a:ea typeface="Segoe UI"/>
                <a:cs typeface="Segoe UI"/>
              </a:rPr>
              <a:t>Giao dịch nguyên tử (Atomic RPC)</a:t>
            </a:r>
          </a:p>
        </p:txBody>
      </p:sp>
      <p:sp>
        <p:nvSpPr>
          <p:cNvPr id="17" name="ac5-d-1">
            <a:extLst xmlns:a="http://schemas.openxmlformats.org/drawingml/2006/main">
              <a:ext uri="{FF2B5EF4-FFF2-40B4-BE49-F238E27FC236}">
                <a16:creationId xmlns:a16="http://schemas.microsoft.com/office/drawing/2014/main" id="{10298220-10CF-4152-8E4C-423954B83970}"/>
              </a:ext>
            </a:extLst>
          </p:cNvPr>
          <p:cNvSpPr>
            <a:spLocks xmlns:a="http://schemas.openxmlformats.org/drawingml/2006/main" noGrp="1"/>
          </p:cNvSpPr>
          <p:nvPr/>
        </p:nvSpPr>
        <p:spPr>
          <a:xfrm xmlns:a="http://schemas.openxmlformats.org/drawingml/2006/main">
            <a:off x="6334125" y="3781425"/>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0" i="0">
                <a:solidFill>
                  <a:srgbClr val="475569"/>
                </a:solidFill>
                <a:latin typeface="Segoe UI"/>
                <a:ea typeface="Segoe UI"/>
                <a:cs typeface="Segoe UI"/>
              </a:defRPr>
            </a:pPr>
            <a:r>
              <a:rPr sz="900" b="0" i="0">
                <a:solidFill>
                  <a:srgbClr val="475569"/>
                </a:solidFill>
                <a:latin typeface="Segoe UI"/>
                <a:ea typeface="Segoe UI"/>
                <a:cs typeface="Segoe UI"/>
              </a:rPr>
              <a:t>Gọi RPC record_review cập nhật đồng thời trạng thái Flashcard và ghi bản ghi ReviewLog bất biến phục vụ phân tích tiến độ.</a:t>
            </a:r>
          </a:p>
        </p:txBody>
      </p:sp>
      <p:sp>
        <p:nvSpPr>
          <p:cNvPr id="18" name="ac5-box-2">
            <a:extLst xmlns:a="http://schemas.openxmlformats.org/drawingml/2006/main">
              <a:ext uri="{FF2B5EF4-FFF2-40B4-BE49-F238E27FC236}">
                <a16:creationId xmlns:a16="http://schemas.microsoft.com/office/drawing/2014/main" id="{3AE3C896-1F66-4FE0-9575-BD8650082D4C}"/>
              </a:ext>
            </a:extLst>
          </p:cNvPr>
          <p:cNvSpPr>
            <a:spLocks xmlns:a="http://schemas.openxmlformats.org/drawingml/2006/main" noGrp="1"/>
          </p:cNvSpPr>
          <p:nvPr/>
        </p:nvSpPr>
        <p:spPr>
          <a:xfrm xmlns:a="http://schemas.openxmlformats.org/drawingml/2006/main">
            <a:off x="6238875" y="4391025"/>
            <a:ext cx="4857750" cy="838200"/>
          </a:xfrm>
          <a:prstGeom xmlns:a="http://schemas.openxmlformats.org/drawingml/2006/main" prst="roundRect">
            <a:avLst>
              <a:gd name="adj" fmla="val 13636"/>
            </a:avLst>
          </a:prstGeom>
          <a:solidFill xmlns:a="http://schemas.openxmlformats.org/drawingml/2006/main">
            <a:srgbClr val="F8FAFC"/>
          </a:solidFill>
          <a:ln xmlns:a="http://schemas.openxmlformats.org/drawingml/2006/main" w="9525">
            <a:solidFill>
              <a:srgbClr val="E2E8F0"/>
            </a:solidFill>
            <a:prstDash val="solid"/>
          </a:ln>
        </p:spPr>
      </p:sp>
      <p:sp>
        <p:nvSpPr>
          <p:cNvPr id="19" name="ac5-tag-2">
            <a:extLst xmlns:a="http://schemas.openxmlformats.org/drawingml/2006/main">
              <a:ext uri="{FF2B5EF4-FFF2-40B4-BE49-F238E27FC236}">
                <a16:creationId xmlns:a16="http://schemas.microsoft.com/office/drawing/2014/main" id="{F58F4C38-0B5D-4BC6-B4D0-D23F2D2A7283}"/>
              </a:ext>
            </a:extLst>
          </p:cNvPr>
          <p:cNvSpPr>
            <a:spLocks xmlns:a="http://schemas.openxmlformats.org/drawingml/2006/main" noGrp="1"/>
          </p:cNvSpPr>
          <p:nvPr/>
        </p:nvSpPr>
        <p:spPr>
          <a:xfrm xmlns:a="http://schemas.openxmlformats.org/drawingml/2006/main">
            <a:off x="6334125" y="4467225"/>
            <a:ext cx="809625" cy="228600"/>
          </a:xfrm>
          <a:prstGeom xmlns:a="http://schemas.openxmlformats.org/drawingml/2006/main" prst="roundRect">
            <a:avLst>
              <a:gd name="adj" fmla="val 33333"/>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92457"/>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AC-05.3</a:t>
            </a:r>
          </a:p>
        </p:txBody>
      </p:sp>
      <p:sp>
        <p:nvSpPr>
          <p:cNvPr id="20" name="ac5-t-2">
            <a:extLst xmlns:a="http://schemas.openxmlformats.org/drawingml/2006/main">
              <a:ext uri="{FF2B5EF4-FFF2-40B4-BE49-F238E27FC236}">
                <a16:creationId xmlns:a16="http://schemas.microsoft.com/office/drawing/2014/main" id="{399C3B1E-618E-4BED-B3F7-6DC03EA9256C}"/>
              </a:ext>
            </a:extLst>
          </p:cNvPr>
          <p:cNvSpPr>
            <a:spLocks xmlns:a="http://schemas.openxmlformats.org/drawingml/2006/main" noGrp="1"/>
          </p:cNvSpPr>
          <p:nvPr/>
        </p:nvSpPr>
        <p:spPr>
          <a:xfrm xmlns:a="http://schemas.openxmlformats.org/drawingml/2006/main">
            <a:off x="7239000" y="4448175"/>
            <a:ext cx="3762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377"/>
          </a:bodyPr>
          <a:lstStyle xmlns:a="http://schemas.openxmlformats.org/drawingml/2006/main"/>
          <a:p xmlns:a="http://schemas.openxmlformats.org/drawingml/2006/main">
            <a:pPr algn="l">
              <a:buNone/>
              <a:defRPr sz="1013" b="1" i="0">
                <a:solidFill>
                  <a:srgbClr val="2D1976"/>
                </a:solidFill>
                <a:latin typeface="Segoe UI"/>
                <a:ea typeface="Segoe UI"/>
                <a:cs typeface="Segoe UI"/>
              </a:defRPr>
            </a:pPr>
            <a:r>
              <a:rPr sz="1013" b="1" i="0">
                <a:solidFill>
                  <a:srgbClr val="2D1976"/>
                </a:solidFill>
                <a:latin typeface="Segoe UI"/>
                <a:ea typeface="Segoe UI"/>
                <a:cs typeface="Segoe UI"/>
              </a:rPr>
              <a:t>Bảo vệ truy cập dữ liệu RLS</a:t>
            </a:r>
          </a:p>
        </p:txBody>
      </p:sp>
      <p:sp>
        <p:nvSpPr>
          <p:cNvPr id="21" name="ac5-d-2">
            <a:extLst xmlns:a="http://schemas.openxmlformats.org/drawingml/2006/main">
              <a:ext uri="{FF2B5EF4-FFF2-40B4-BE49-F238E27FC236}">
                <a16:creationId xmlns:a16="http://schemas.microsoft.com/office/drawing/2014/main" id="{00307979-E45B-4CAC-853F-5D7282D97B88}"/>
              </a:ext>
            </a:extLst>
          </p:cNvPr>
          <p:cNvSpPr>
            <a:spLocks xmlns:a="http://schemas.openxmlformats.org/drawingml/2006/main" noGrp="1"/>
          </p:cNvSpPr>
          <p:nvPr/>
        </p:nvSpPr>
        <p:spPr>
          <a:xfrm xmlns:a="http://schemas.openxmlformats.org/drawingml/2006/main">
            <a:off x="6334125" y="4714875"/>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0" i="0">
                <a:solidFill>
                  <a:srgbClr val="475569"/>
                </a:solidFill>
                <a:latin typeface="Segoe UI"/>
                <a:ea typeface="Segoe UI"/>
                <a:cs typeface="Segoe UI"/>
              </a:defRPr>
            </a:pPr>
            <a:r>
              <a:rPr sz="900" b="0" i="0">
                <a:solidFill>
                  <a:srgbClr val="475569"/>
                </a:solidFill>
                <a:latin typeface="Segoe UI"/>
                <a:ea typeface="Segoe UI"/>
                <a:cs typeface="Segoe UI"/>
              </a:rPr>
              <a:t>Chính sách Row-Level Security bảo đảm học viên chỉ có thể truy vấn và ghi dữ liệu thẻ ôn tập thuộc chính tài khoản của mình.</a:t>
            </a:r>
          </a:p>
        </p:txBody>
      </p:sp>
    </p:spTree>
    <p:extLst>
      <p:ext uri="{BB962C8B-B14F-4D97-AF65-F5344CB8AC3E}">
        <p14:creationId xmlns:p14="http://schemas.microsoft.com/office/powerpoint/2010/main" val="156445300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2"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3">
            <a:extLst xmlns:a="http://schemas.openxmlformats.org/drawingml/2006/main">
              <a:ext uri="{FF2B5EF4-FFF2-40B4-BE49-F238E27FC236}">
                <a16:creationId xmlns:a16="http://schemas.microsoft.com/office/drawing/2014/main" id="{04F541B1-5CEE-4C07-942F-EE9BCC4F45B9}"/>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ĐẶC TẢ ACTIVITY &amp; NGHIỆM THU UC-06</a:t>
            </a:r>
          </a:p>
        </p:txBody>
      </p:sp>
      <p:sp>
        <p:nvSpPr>
          <p:cNvPr id="3" name="title-13">
            <a:extLst xmlns:a="http://schemas.openxmlformats.org/drawingml/2006/main">
              <a:ext uri="{FF2B5EF4-FFF2-40B4-BE49-F238E27FC236}">
                <a16:creationId xmlns:a16="http://schemas.microsoft.com/office/drawing/2014/main" id="{F0CAF44A-2D98-42E9-99E7-EAA132B77CC0}"/>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1650" b="1" i="0">
                <a:solidFill>
                  <a:srgbClr val="2D1976"/>
                </a:solidFill>
                <a:latin typeface="Segoe UI"/>
                <a:ea typeface="Segoe UI"/>
                <a:cs typeface="Segoe UI"/>
              </a:defRPr>
            </a:pPr>
            <a:r>
              <a:rPr sz="1650" b="1" i="0">
                <a:solidFill>
                  <a:srgbClr val="2D1976"/>
                </a:solidFill>
                <a:latin typeface="Segoe UI"/>
                <a:ea typeface="Segoe UI"/>
                <a:cs typeface="Segoe UI"/>
              </a:rPr>
              <a:t>ĐẶC TẢ CHUYÊN SÂU UC-06: LUYỆN VIẾT KỊCH BẢN &amp; SỬA LỖI NGỮ PHÁP</a:t>
            </a:r>
          </a:p>
        </p:txBody>
      </p:sp>
      <p:sp>
        <p:nvSpPr>
          <p:cNvPr id="4" name="rule-13">
            <a:extLst xmlns:a="http://schemas.openxmlformats.org/drawingml/2006/main">
              <a:ext uri="{FF2B5EF4-FFF2-40B4-BE49-F238E27FC236}">
                <a16:creationId xmlns:a16="http://schemas.microsoft.com/office/drawing/2014/main" id="{B6272E95-55BD-408B-86E4-C186A98C469B}"/>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slot-act-uc6-bg">
            <a:extLst xmlns:a="http://schemas.openxmlformats.org/drawingml/2006/main">
              <a:ext uri="{FF2B5EF4-FFF2-40B4-BE49-F238E27FC236}">
                <a16:creationId xmlns:a16="http://schemas.microsoft.com/office/drawing/2014/main" id="{61C5A9E3-3C23-4CAC-B78E-9DBB3F687B42}"/>
              </a:ext>
            </a:extLst>
          </p:cNvPr>
          <p:cNvSpPr>
            <a:spLocks xmlns:a="http://schemas.openxmlformats.org/drawingml/2006/main" noGrp="1"/>
          </p:cNvSpPr>
          <p:nvPr/>
        </p:nvSpPr>
        <p:spPr>
          <a:xfrm xmlns:a="http://schemas.openxmlformats.org/drawingml/2006/main">
            <a:off x="904875" y="2047875"/>
            <a:ext cx="4953000" cy="3429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11430">
            <a:solidFill>
              <a:srgbClr val="DDD6FE"/>
            </a:solidFill>
            <a:prstDash val="solid"/>
          </a:ln>
        </p:spPr>
      </p:sp>
      <p:sp>
        <p:nvSpPr>
          <p:cNvPr id="6" name="slot-act-uc6-tag">
            <a:extLst xmlns:a="http://schemas.openxmlformats.org/drawingml/2006/main">
              <a:ext uri="{FF2B5EF4-FFF2-40B4-BE49-F238E27FC236}">
                <a16:creationId xmlns:a16="http://schemas.microsoft.com/office/drawing/2014/main" id="{D6F1E2D9-99C2-4E28-8DB4-27BB27E117D2}"/>
              </a:ext>
            </a:extLst>
          </p:cNvPr>
          <p:cNvSpPr>
            <a:spLocks xmlns:a="http://schemas.openxmlformats.org/drawingml/2006/main" noGrp="1"/>
          </p:cNvSpPr>
          <p:nvPr/>
        </p:nvSpPr>
        <p:spPr>
          <a:xfrm xmlns:a="http://schemas.openxmlformats.org/drawingml/2006/main">
            <a:off x="1019175" y="2105025"/>
            <a:ext cx="304800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3730A3"/>
                </a:solidFill>
                <a:latin typeface="Segoe UI"/>
                <a:ea typeface="Segoe UI"/>
                <a:cs typeface="Segoe UI"/>
              </a:defRPr>
            </a:pPr>
            <a:r>
              <a:rPr sz="825" b="1" i="0">
                <a:solidFill>
                  <a:srgbClr val="3730A3"/>
                </a:solidFill>
                <a:latin typeface="Segoe UI"/>
                <a:ea typeface="Segoe UI"/>
                <a:cs typeface="Segoe UI"/>
              </a:rPr>
              <a:t>LUỒNG HOẠT ĐỘNG LUYỆN VIẾT &amp; SỬA LỖI</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0d08f0b0bfc242a4"/>
          <a:stretch xmlns:a="http://schemas.openxmlformats.org/drawingml/2006/main"/>
        </p:blipFill>
        <p:spPr>
          <a:xfrm xmlns:a="http://schemas.openxmlformats.org/drawingml/2006/main">
            <a:off x="2323702" y="2333625"/>
            <a:ext cx="2115346" cy="3048000"/>
          </a:xfrm>
          <a:prstGeom xmlns:a="http://schemas.openxmlformats.org/drawingml/2006/main" prst="rect">
            <a:avLst/>
          </a:prstGeom>
        </p:spPr>
      </p:pic>
      <p:sp>
        <p:nvSpPr>
          <p:cNvPr id="8" name="uc6-ac-bg">
            <a:extLst xmlns:a="http://schemas.openxmlformats.org/drawingml/2006/main">
              <a:ext uri="{FF2B5EF4-FFF2-40B4-BE49-F238E27FC236}">
                <a16:creationId xmlns:a16="http://schemas.microsoft.com/office/drawing/2014/main" id="{63958DF0-F8DA-4338-B7BA-6C5F63843D84}"/>
              </a:ext>
            </a:extLst>
          </p:cNvPr>
          <p:cNvSpPr>
            <a:spLocks xmlns:a="http://schemas.openxmlformats.org/drawingml/2006/main" noGrp="1"/>
          </p:cNvSpPr>
          <p:nvPr/>
        </p:nvSpPr>
        <p:spPr>
          <a:xfrm xmlns:a="http://schemas.openxmlformats.org/drawingml/2006/main">
            <a:off x="6048375" y="2047875"/>
            <a:ext cx="5238750" cy="34290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11430">
            <a:solidFill>
              <a:srgbClr val="BAE6FD"/>
            </a:solidFill>
            <a:prstDash val="solid"/>
          </a:ln>
        </p:spPr>
      </p:sp>
      <p:sp>
        <p:nvSpPr>
          <p:cNvPr id="9" name="uc6-ac-head">
            <a:extLst xmlns:a="http://schemas.openxmlformats.org/drawingml/2006/main">
              <a:ext uri="{FF2B5EF4-FFF2-40B4-BE49-F238E27FC236}">
                <a16:creationId xmlns:a16="http://schemas.microsoft.com/office/drawing/2014/main" id="{966DB697-7CAB-44EF-AB7C-E9864758C6F1}"/>
              </a:ext>
            </a:extLst>
          </p:cNvPr>
          <p:cNvSpPr>
            <a:spLocks xmlns:a="http://schemas.openxmlformats.org/drawingml/2006/main" noGrp="1"/>
          </p:cNvSpPr>
          <p:nvPr/>
        </p:nvSpPr>
        <p:spPr>
          <a:xfrm xmlns:a="http://schemas.openxmlformats.org/drawingml/2006/main">
            <a:off x="6238875" y="2171700"/>
            <a:ext cx="3619500" cy="247650"/>
          </a:xfrm>
          <a:prstGeom xmlns:a="http://schemas.openxmlformats.org/drawingml/2006/main" prst="roundRect">
            <a:avLst>
              <a:gd name="adj" fmla="val 30769"/>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TIÊU CHUẨN NGHIỆM THU (ACCEPTANCE CRITERIA)</a:t>
            </a:r>
          </a:p>
        </p:txBody>
      </p:sp>
      <p:sp>
        <p:nvSpPr>
          <p:cNvPr id="10" name="ac6-box-0">
            <a:extLst xmlns:a="http://schemas.openxmlformats.org/drawingml/2006/main">
              <a:ext uri="{FF2B5EF4-FFF2-40B4-BE49-F238E27FC236}">
                <a16:creationId xmlns:a16="http://schemas.microsoft.com/office/drawing/2014/main" id="{5346F913-FB96-49B2-B083-4F0FF622C8ED}"/>
              </a:ext>
            </a:extLst>
          </p:cNvPr>
          <p:cNvSpPr>
            <a:spLocks xmlns:a="http://schemas.openxmlformats.org/drawingml/2006/main" noGrp="1"/>
          </p:cNvSpPr>
          <p:nvPr/>
        </p:nvSpPr>
        <p:spPr>
          <a:xfrm xmlns:a="http://schemas.openxmlformats.org/drawingml/2006/main">
            <a:off x="6238875" y="2524125"/>
            <a:ext cx="4857750" cy="838200"/>
          </a:xfrm>
          <a:prstGeom xmlns:a="http://schemas.openxmlformats.org/drawingml/2006/main" prst="roundRect">
            <a:avLst>
              <a:gd name="adj" fmla="val 13636"/>
            </a:avLst>
          </a:prstGeom>
          <a:solidFill xmlns:a="http://schemas.openxmlformats.org/drawingml/2006/main">
            <a:srgbClr val="F8FAFC"/>
          </a:solidFill>
          <a:ln xmlns:a="http://schemas.openxmlformats.org/drawingml/2006/main" w="9525">
            <a:solidFill>
              <a:srgbClr val="E2E8F0"/>
            </a:solidFill>
            <a:prstDash val="solid"/>
          </a:ln>
        </p:spPr>
      </p:sp>
      <p:sp>
        <p:nvSpPr>
          <p:cNvPr id="11" name="ac6-tag-0">
            <a:extLst xmlns:a="http://schemas.openxmlformats.org/drawingml/2006/main">
              <a:ext uri="{FF2B5EF4-FFF2-40B4-BE49-F238E27FC236}">
                <a16:creationId xmlns:a16="http://schemas.microsoft.com/office/drawing/2014/main" id="{5246284D-BF27-4643-B3DF-5FA4B2A7DCCF}"/>
              </a:ext>
            </a:extLst>
          </p:cNvPr>
          <p:cNvSpPr>
            <a:spLocks xmlns:a="http://schemas.openxmlformats.org/drawingml/2006/main" noGrp="1"/>
          </p:cNvSpPr>
          <p:nvPr/>
        </p:nvSpPr>
        <p:spPr>
          <a:xfrm xmlns:a="http://schemas.openxmlformats.org/drawingml/2006/main">
            <a:off x="6334125" y="2600325"/>
            <a:ext cx="809625" cy="228600"/>
          </a:xfrm>
          <a:prstGeom xmlns:a="http://schemas.openxmlformats.org/drawingml/2006/main" prst="roundRect">
            <a:avLst>
              <a:gd name="adj" fmla="val 33333"/>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92457"/>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AC-06.1</a:t>
            </a:r>
          </a:p>
        </p:txBody>
      </p:sp>
      <p:sp>
        <p:nvSpPr>
          <p:cNvPr id="12" name="ac6-t-0">
            <a:extLst xmlns:a="http://schemas.openxmlformats.org/drawingml/2006/main">
              <a:ext uri="{FF2B5EF4-FFF2-40B4-BE49-F238E27FC236}">
                <a16:creationId xmlns:a16="http://schemas.microsoft.com/office/drawing/2014/main" id="{67CC8195-1416-4C4C-BB9A-DC98A663900D}"/>
              </a:ext>
            </a:extLst>
          </p:cNvPr>
          <p:cNvSpPr>
            <a:spLocks xmlns:a="http://schemas.openxmlformats.org/drawingml/2006/main" noGrp="1"/>
          </p:cNvSpPr>
          <p:nvPr/>
        </p:nvSpPr>
        <p:spPr>
          <a:xfrm xmlns:a="http://schemas.openxmlformats.org/drawingml/2006/main">
            <a:off x="7239000" y="2581275"/>
            <a:ext cx="3762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377"/>
          </a:bodyPr>
          <a:lstStyle xmlns:a="http://schemas.openxmlformats.org/drawingml/2006/main"/>
          <a:p xmlns:a="http://schemas.openxmlformats.org/drawingml/2006/main">
            <a:pPr algn="l">
              <a:buNone/>
              <a:defRPr sz="1013" b="1" i="0">
                <a:solidFill>
                  <a:srgbClr val="2D1976"/>
                </a:solidFill>
                <a:latin typeface="Segoe UI"/>
                <a:ea typeface="Segoe UI"/>
                <a:cs typeface="Segoe UI"/>
              </a:defRPr>
            </a:pPr>
            <a:r>
              <a:rPr sz="1013" b="1" i="0">
                <a:solidFill>
                  <a:srgbClr val="2D1976"/>
                </a:solidFill>
                <a:latin typeface="Segoe UI"/>
                <a:ea typeface="Segoe UI"/>
                <a:cs typeface="Segoe UI"/>
              </a:rPr>
              <a:t>Đầu vào câu viết hợp lệ</a:t>
            </a:r>
          </a:p>
        </p:txBody>
      </p:sp>
      <p:sp>
        <p:nvSpPr>
          <p:cNvPr id="13" name="ac6-d-0">
            <a:extLst xmlns:a="http://schemas.openxmlformats.org/drawingml/2006/main">
              <a:ext uri="{FF2B5EF4-FFF2-40B4-BE49-F238E27FC236}">
                <a16:creationId xmlns:a16="http://schemas.microsoft.com/office/drawing/2014/main" id="{EFD1E341-A468-427B-952C-831883691F7D}"/>
              </a:ext>
            </a:extLst>
          </p:cNvPr>
          <p:cNvSpPr>
            <a:spLocks xmlns:a="http://schemas.openxmlformats.org/drawingml/2006/main" noGrp="1"/>
          </p:cNvSpPr>
          <p:nvPr/>
        </p:nvSpPr>
        <p:spPr>
          <a:xfrm xmlns:a="http://schemas.openxmlformats.org/drawingml/2006/main">
            <a:off x="6334125" y="2847975"/>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0" i="0">
                <a:solidFill>
                  <a:srgbClr val="475569"/>
                </a:solidFill>
                <a:latin typeface="Segoe UI"/>
                <a:ea typeface="Segoe UI"/>
                <a:cs typeface="Segoe UI"/>
              </a:defRPr>
            </a:pPr>
            <a:r>
              <a:rPr sz="900" b="0" i="0">
                <a:solidFill>
                  <a:srgbClr val="475569"/>
                </a:solidFill>
                <a:latin typeface="Segoe UI"/>
                <a:ea typeface="Segoe UI"/>
                <a:cs typeface="Segoe UI"/>
              </a:rPr>
              <a:t>Chấp nhận câu văn tiếng Anh (độ dài tối đa 500 ký tự) nhập qua bàn phím hoặc công cụ nhận diện giọng nói trình duyệt (Speech-to-Text).</a:t>
            </a:r>
          </a:p>
        </p:txBody>
      </p:sp>
      <p:sp>
        <p:nvSpPr>
          <p:cNvPr id="14" name="ac6-box-1">
            <a:extLst xmlns:a="http://schemas.openxmlformats.org/drawingml/2006/main">
              <a:ext uri="{FF2B5EF4-FFF2-40B4-BE49-F238E27FC236}">
                <a16:creationId xmlns:a16="http://schemas.microsoft.com/office/drawing/2014/main" id="{19B20010-A44C-40AB-A2AA-7FE55AC50481}"/>
              </a:ext>
            </a:extLst>
          </p:cNvPr>
          <p:cNvSpPr>
            <a:spLocks xmlns:a="http://schemas.openxmlformats.org/drawingml/2006/main" noGrp="1"/>
          </p:cNvSpPr>
          <p:nvPr/>
        </p:nvSpPr>
        <p:spPr>
          <a:xfrm xmlns:a="http://schemas.openxmlformats.org/drawingml/2006/main">
            <a:off x="6238875" y="3457575"/>
            <a:ext cx="4857750" cy="838200"/>
          </a:xfrm>
          <a:prstGeom xmlns:a="http://schemas.openxmlformats.org/drawingml/2006/main" prst="roundRect">
            <a:avLst>
              <a:gd name="adj" fmla="val 13636"/>
            </a:avLst>
          </a:prstGeom>
          <a:solidFill xmlns:a="http://schemas.openxmlformats.org/drawingml/2006/main">
            <a:srgbClr val="F8FAFC"/>
          </a:solidFill>
          <a:ln xmlns:a="http://schemas.openxmlformats.org/drawingml/2006/main" w="9525">
            <a:solidFill>
              <a:srgbClr val="E2E8F0"/>
            </a:solidFill>
            <a:prstDash val="solid"/>
          </a:ln>
        </p:spPr>
      </p:sp>
      <p:sp>
        <p:nvSpPr>
          <p:cNvPr id="15" name="ac6-tag-1">
            <a:extLst xmlns:a="http://schemas.openxmlformats.org/drawingml/2006/main">
              <a:ext uri="{FF2B5EF4-FFF2-40B4-BE49-F238E27FC236}">
                <a16:creationId xmlns:a16="http://schemas.microsoft.com/office/drawing/2014/main" id="{55FEF5EC-35B2-4B1C-BBAE-D8BDDA5240F2}"/>
              </a:ext>
            </a:extLst>
          </p:cNvPr>
          <p:cNvSpPr>
            <a:spLocks xmlns:a="http://schemas.openxmlformats.org/drawingml/2006/main" noGrp="1"/>
          </p:cNvSpPr>
          <p:nvPr/>
        </p:nvSpPr>
        <p:spPr>
          <a:xfrm xmlns:a="http://schemas.openxmlformats.org/drawingml/2006/main">
            <a:off x="6334125" y="3533775"/>
            <a:ext cx="809625" cy="228600"/>
          </a:xfrm>
          <a:prstGeom xmlns:a="http://schemas.openxmlformats.org/drawingml/2006/main" prst="roundRect">
            <a:avLst>
              <a:gd name="adj" fmla="val 33333"/>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92457"/>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AC-06.2</a:t>
            </a:r>
          </a:p>
        </p:txBody>
      </p:sp>
      <p:sp>
        <p:nvSpPr>
          <p:cNvPr id="16" name="ac6-t-1">
            <a:extLst xmlns:a="http://schemas.openxmlformats.org/drawingml/2006/main">
              <a:ext uri="{FF2B5EF4-FFF2-40B4-BE49-F238E27FC236}">
                <a16:creationId xmlns:a16="http://schemas.microsoft.com/office/drawing/2014/main" id="{45D8F786-F71B-46F0-B361-636B6E1E4ADA}"/>
              </a:ext>
            </a:extLst>
          </p:cNvPr>
          <p:cNvSpPr>
            <a:spLocks xmlns:a="http://schemas.openxmlformats.org/drawingml/2006/main" noGrp="1"/>
          </p:cNvSpPr>
          <p:nvPr/>
        </p:nvSpPr>
        <p:spPr>
          <a:xfrm xmlns:a="http://schemas.openxmlformats.org/drawingml/2006/main">
            <a:off x="7239000" y="3514725"/>
            <a:ext cx="3762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377"/>
          </a:bodyPr>
          <a:lstStyle xmlns:a="http://schemas.openxmlformats.org/drawingml/2006/main"/>
          <a:p xmlns:a="http://schemas.openxmlformats.org/drawingml/2006/main">
            <a:pPr algn="l">
              <a:buNone/>
              <a:defRPr sz="1013" b="1" i="0">
                <a:solidFill>
                  <a:srgbClr val="2D1976"/>
                </a:solidFill>
                <a:latin typeface="Segoe UI"/>
                <a:ea typeface="Segoe UI"/>
                <a:cs typeface="Segoe UI"/>
              </a:defRPr>
            </a:pPr>
            <a:r>
              <a:rPr sz="1013" b="1" i="0">
                <a:solidFill>
                  <a:srgbClr val="2D1976"/>
                </a:solidFill>
                <a:latin typeface="Segoe UI"/>
                <a:ea typeface="Segoe UI"/>
                <a:cs typeface="Segoe UI"/>
              </a:rPr>
              <a:t>Xử lý ngữ pháp nội bộ &amp; Diff trực quan</a:t>
            </a:r>
          </a:p>
        </p:txBody>
      </p:sp>
      <p:sp>
        <p:nvSpPr>
          <p:cNvPr id="17" name="ac6-d-1">
            <a:extLst xmlns:a="http://schemas.openxmlformats.org/drawingml/2006/main">
              <a:ext uri="{FF2B5EF4-FFF2-40B4-BE49-F238E27FC236}">
                <a16:creationId xmlns:a16="http://schemas.microsoft.com/office/drawing/2014/main" id="{498841D9-F5A5-4A3B-97F4-B6BAF4664A37}"/>
              </a:ext>
            </a:extLst>
          </p:cNvPr>
          <p:cNvSpPr>
            <a:spLocks xmlns:a="http://schemas.openxmlformats.org/drawingml/2006/main" noGrp="1"/>
          </p:cNvSpPr>
          <p:nvPr/>
        </p:nvSpPr>
        <p:spPr>
          <a:xfrm xmlns:a="http://schemas.openxmlformats.org/drawingml/2006/main">
            <a:off x="6334125" y="3781425"/>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0" i="0">
                <a:solidFill>
                  <a:srgbClr val="475569"/>
                </a:solidFill>
                <a:latin typeface="Segoe UI"/>
                <a:ea typeface="Segoe UI"/>
                <a:cs typeface="Segoe UI"/>
              </a:defRPr>
            </a:pPr>
            <a:r>
              <a:rPr sz="900" b="0" i="0">
                <a:solidFill>
                  <a:srgbClr val="475569"/>
                </a:solidFill>
                <a:latin typeface="Segoe UI"/>
                <a:ea typeface="Segoe UI"/>
                <a:cs typeface="Segoe UI"/>
              </a:rPr>
              <a:t>Mô-đun xử lý văn bản trả về corrected_text, tính toán vị trí sai lệch và hiển thị gạch chân lỗi sai trực quan trên giao diện.</a:t>
            </a:r>
          </a:p>
        </p:txBody>
      </p:sp>
      <p:sp>
        <p:nvSpPr>
          <p:cNvPr id="18" name="ac6-box-2">
            <a:extLst xmlns:a="http://schemas.openxmlformats.org/drawingml/2006/main">
              <a:ext uri="{FF2B5EF4-FFF2-40B4-BE49-F238E27FC236}">
                <a16:creationId xmlns:a16="http://schemas.microsoft.com/office/drawing/2014/main" id="{326DA2E2-2839-4EEC-81B6-F1932FF35507}"/>
              </a:ext>
            </a:extLst>
          </p:cNvPr>
          <p:cNvSpPr>
            <a:spLocks xmlns:a="http://schemas.openxmlformats.org/drawingml/2006/main" noGrp="1"/>
          </p:cNvSpPr>
          <p:nvPr/>
        </p:nvSpPr>
        <p:spPr>
          <a:xfrm xmlns:a="http://schemas.openxmlformats.org/drawingml/2006/main">
            <a:off x="6238875" y="4391025"/>
            <a:ext cx="4857750" cy="838200"/>
          </a:xfrm>
          <a:prstGeom xmlns:a="http://schemas.openxmlformats.org/drawingml/2006/main" prst="roundRect">
            <a:avLst>
              <a:gd name="adj" fmla="val 13636"/>
            </a:avLst>
          </a:prstGeom>
          <a:solidFill xmlns:a="http://schemas.openxmlformats.org/drawingml/2006/main">
            <a:srgbClr val="F8FAFC"/>
          </a:solidFill>
          <a:ln xmlns:a="http://schemas.openxmlformats.org/drawingml/2006/main" w="9525">
            <a:solidFill>
              <a:srgbClr val="E2E8F0"/>
            </a:solidFill>
            <a:prstDash val="solid"/>
          </a:ln>
        </p:spPr>
      </p:sp>
      <p:sp>
        <p:nvSpPr>
          <p:cNvPr id="19" name="ac6-tag-2">
            <a:extLst xmlns:a="http://schemas.openxmlformats.org/drawingml/2006/main">
              <a:ext uri="{FF2B5EF4-FFF2-40B4-BE49-F238E27FC236}">
                <a16:creationId xmlns:a16="http://schemas.microsoft.com/office/drawing/2014/main" id="{8F180AE9-9F31-4882-9C4C-4A6773632CCE}"/>
              </a:ext>
            </a:extLst>
          </p:cNvPr>
          <p:cNvSpPr>
            <a:spLocks xmlns:a="http://schemas.openxmlformats.org/drawingml/2006/main" noGrp="1"/>
          </p:cNvSpPr>
          <p:nvPr/>
        </p:nvSpPr>
        <p:spPr>
          <a:xfrm xmlns:a="http://schemas.openxmlformats.org/drawingml/2006/main">
            <a:off x="6334125" y="4467225"/>
            <a:ext cx="809625" cy="228600"/>
          </a:xfrm>
          <a:prstGeom xmlns:a="http://schemas.openxmlformats.org/drawingml/2006/main" prst="roundRect">
            <a:avLst>
              <a:gd name="adj" fmla="val 33333"/>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92457"/>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AC-06.3</a:t>
            </a:r>
          </a:p>
        </p:txBody>
      </p:sp>
      <p:sp>
        <p:nvSpPr>
          <p:cNvPr id="20" name="ac6-t-2">
            <a:extLst xmlns:a="http://schemas.openxmlformats.org/drawingml/2006/main">
              <a:ext uri="{FF2B5EF4-FFF2-40B4-BE49-F238E27FC236}">
                <a16:creationId xmlns:a16="http://schemas.microsoft.com/office/drawing/2014/main" id="{F3E40980-BC25-4878-B217-DDF5507A71D5}"/>
              </a:ext>
            </a:extLst>
          </p:cNvPr>
          <p:cNvSpPr>
            <a:spLocks xmlns:a="http://schemas.openxmlformats.org/drawingml/2006/main" noGrp="1"/>
          </p:cNvSpPr>
          <p:nvPr/>
        </p:nvSpPr>
        <p:spPr>
          <a:xfrm xmlns:a="http://schemas.openxmlformats.org/drawingml/2006/main">
            <a:off x="7239000" y="4448175"/>
            <a:ext cx="3762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377"/>
          </a:bodyPr>
          <a:lstStyle xmlns:a="http://schemas.openxmlformats.org/drawingml/2006/main"/>
          <a:p xmlns:a="http://schemas.openxmlformats.org/drawingml/2006/main">
            <a:pPr algn="l">
              <a:buNone/>
              <a:defRPr sz="1013" b="1" i="0">
                <a:solidFill>
                  <a:srgbClr val="2D1976"/>
                </a:solidFill>
                <a:latin typeface="Segoe UI"/>
                <a:ea typeface="Segoe UI"/>
                <a:cs typeface="Segoe UI"/>
              </a:defRPr>
            </a:pPr>
            <a:r>
              <a:rPr sz="1013" b="1" i="0">
                <a:solidFill>
                  <a:srgbClr val="2D1976"/>
                </a:solidFill>
                <a:latin typeface="Segoe UI"/>
                <a:ea typeface="Segoe UI"/>
                <a:cs typeface="Segoe UI"/>
              </a:rPr>
              <a:t>Xử lý ngoại lệ an toàn &amp; Thử lại</a:t>
            </a:r>
          </a:p>
        </p:txBody>
      </p:sp>
      <p:sp>
        <p:nvSpPr>
          <p:cNvPr id="21" name="ac6-d-2">
            <a:extLst xmlns:a="http://schemas.openxmlformats.org/drawingml/2006/main">
              <a:ext uri="{FF2B5EF4-FFF2-40B4-BE49-F238E27FC236}">
                <a16:creationId xmlns:a16="http://schemas.microsoft.com/office/drawing/2014/main" id="{2BCFE470-7710-4F30-AFDB-5EA25D4BB6A0}"/>
              </a:ext>
            </a:extLst>
          </p:cNvPr>
          <p:cNvSpPr>
            <a:spLocks xmlns:a="http://schemas.openxmlformats.org/drawingml/2006/main" noGrp="1"/>
          </p:cNvSpPr>
          <p:nvPr/>
        </p:nvSpPr>
        <p:spPr>
          <a:xfrm xmlns:a="http://schemas.openxmlformats.org/drawingml/2006/main">
            <a:off x="6334125" y="4714875"/>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00" b="0" i="0">
                <a:solidFill>
                  <a:srgbClr val="475569"/>
                </a:solidFill>
                <a:latin typeface="Segoe UI"/>
                <a:ea typeface="Segoe UI"/>
                <a:cs typeface="Segoe UI"/>
              </a:defRPr>
            </a:pPr>
            <a:r>
              <a:rPr sz="900" b="0" i="0">
                <a:solidFill>
                  <a:srgbClr val="475569"/>
                </a:solidFill>
                <a:latin typeface="Segoe UI"/>
                <a:ea typeface="Segoe UI"/>
                <a:cs typeface="Segoe UI"/>
              </a:rPr>
              <a:t>Khi xảy ra lỗi kết nối hoặc vượt ngưỡng thời gian chờ (timeout), hệ thống thông báo lỗi thân thiện và lưu tạm bản nháp để thử lại.</a:t>
            </a:r>
          </a:p>
        </p:txBody>
      </p:sp>
    </p:spTree>
    <p:extLst>
      <p:ext uri="{BB962C8B-B14F-4D97-AF65-F5344CB8AC3E}">
        <p14:creationId xmlns:p14="http://schemas.microsoft.com/office/powerpoint/2010/main" val="573277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sec-14-card">
            <a:extLst xmlns:a="http://schemas.openxmlformats.org/drawingml/2006/main">
              <a:ext uri="{FF2B5EF4-FFF2-40B4-BE49-F238E27FC236}">
                <a16:creationId xmlns:a16="http://schemas.microsoft.com/office/drawing/2014/main" id="{B449F60B-299D-4AB5-8A3A-85E330A908E8}"/>
              </a:ext>
            </a:extLst>
          </p:cNvPr>
          <p:cNvSpPr>
            <a:spLocks xmlns:a="http://schemas.openxmlformats.org/drawingml/2006/main" noGrp="1"/>
          </p:cNvSpPr>
          <p:nvPr/>
        </p:nvSpPr>
        <p:spPr>
          <a:xfrm xmlns:a="http://schemas.openxmlformats.org/drawingml/2006/main">
            <a:off x="1524000" y="2190750"/>
            <a:ext cx="9144000" cy="3048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17145">
            <a:solidFill>
              <a:srgbClr val="DDD6FE"/>
            </a:solidFill>
            <a:prstDash val="solid"/>
          </a:ln>
        </p:spPr>
      </p:sp>
      <p:sp>
        <p:nvSpPr>
          <p:cNvPr id="3" name="sec-14-badge">
            <a:extLst xmlns:a="http://schemas.openxmlformats.org/drawingml/2006/main">
              <a:ext uri="{FF2B5EF4-FFF2-40B4-BE49-F238E27FC236}">
                <a16:creationId xmlns:a16="http://schemas.microsoft.com/office/drawing/2014/main" id="{4B9B93A5-D9D9-44F2-8D5B-0114A64A8C84}"/>
              </a:ext>
            </a:extLst>
          </p:cNvPr>
          <p:cNvSpPr>
            <a:spLocks xmlns:a="http://schemas.openxmlformats.org/drawingml/2006/main" noGrp="1"/>
          </p:cNvSpPr>
          <p:nvPr/>
        </p:nvSpPr>
        <p:spPr>
          <a:xfrm xmlns:a="http://schemas.openxmlformats.org/drawingml/2006/main">
            <a:off x="5143500" y="2619375"/>
            <a:ext cx="1905000" cy="381000"/>
          </a:xfrm>
          <a:prstGeom xmlns:a="http://schemas.openxmlformats.org/drawingml/2006/main" prst="roundRect">
            <a:avLst>
              <a:gd name="adj" fmla="val 20000"/>
            </a:avLst>
          </a:prstGeom>
          <a:solidFill xmlns:a="http://schemas.openxmlformats.org/drawingml/2006/main">
            <a:srgbClr val="FEF9C3"/>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200" b="1" i="0">
                <a:solidFill>
                  <a:srgbClr val="854D0E"/>
                </a:solidFill>
                <a:latin typeface="Segoe UI"/>
                <a:ea typeface="Segoe UI"/>
                <a:cs typeface="Segoe UI"/>
              </a:defRPr>
            </a:pPr>
            <a:r>
              <a:rPr sz="1200" b="1" i="0">
                <a:solidFill>
                  <a:srgbClr val="854D0E"/>
                </a:solidFill>
                <a:latin typeface="Segoe UI"/>
                <a:ea typeface="Segoe UI"/>
                <a:cs typeface="Segoe UI"/>
              </a:rPr>
              <a:t>PHẦN III</a:t>
            </a:r>
          </a:p>
        </p:txBody>
      </p:sp>
      <p:sp>
        <p:nvSpPr>
          <p:cNvPr id="4" name="sec-14-head">
            <a:extLst xmlns:a="http://schemas.openxmlformats.org/drawingml/2006/main">
              <a:ext uri="{FF2B5EF4-FFF2-40B4-BE49-F238E27FC236}">
                <a16:creationId xmlns:a16="http://schemas.microsoft.com/office/drawing/2014/main" id="{22CF7285-4831-4834-B5FE-CD374F02686A}"/>
              </a:ext>
            </a:extLst>
          </p:cNvPr>
          <p:cNvSpPr>
            <a:spLocks xmlns:a="http://schemas.openxmlformats.org/drawingml/2006/main" noGrp="1"/>
          </p:cNvSpPr>
          <p:nvPr/>
        </p:nvSpPr>
        <p:spPr>
          <a:xfrm xmlns:a="http://schemas.openxmlformats.org/drawingml/2006/main">
            <a:off x="1809750" y="3286125"/>
            <a:ext cx="857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buNone/>
              <a:defRPr sz="2700" b="1" i="0">
                <a:solidFill>
                  <a:srgbClr val="2D1976"/>
                </a:solidFill>
                <a:latin typeface="Segoe UI"/>
                <a:ea typeface="Segoe UI"/>
                <a:cs typeface="Segoe UI"/>
              </a:defRPr>
            </a:pPr>
            <a:r>
              <a:rPr sz="2700" b="1" i="0">
                <a:solidFill>
                  <a:srgbClr val="2D1976"/>
                </a:solidFill>
                <a:latin typeface="Segoe UI"/>
                <a:ea typeface="Segoe UI"/>
                <a:cs typeface="Segoe UI"/>
              </a:rPr>
              <a:t>PHÂN TÍCH VÀ ĐẶC TẢ YÊU CẦU</a:t>
            </a:r>
          </a:p>
        </p:txBody>
      </p:sp>
      <p:sp>
        <p:nvSpPr>
          <p:cNvPr id="5" name="sec-14-rule">
            <a:extLst xmlns:a="http://schemas.openxmlformats.org/drawingml/2006/main">
              <a:ext uri="{FF2B5EF4-FFF2-40B4-BE49-F238E27FC236}">
                <a16:creationId xmlns:a16="http://schemas.microsoft.com/office/drawing/2014/main" id="{33C14906-2C72-4B0A-868F-2C8F75C63B75}"/>
              </a:ext>
            </a:extLst>
          </p:cNvPr>
          <p:cNvSpPr>
            <a:spLocks xmlns:a="http://schemas.openxmlformats.org/drawingml/2006/main" noGrp="1"/>
          </p:cNvSpPr>
          <p:nvPr/>
        </p:nvSpPr>
        <p:spPr>
          <a:xfrm xmlns:a="http://schemas.openxmlformats.org/drawingml/2006/main">
            <a:off x="4191000" y="4476750"/>
            <a:ext cx="381000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Tree>
    <p:extLst>
      <p:ext uri="{BB962C8B-B14F-4D97-AF65-F5344CB8AC3E}">
        <p14:creationId xmlns:p14="http://schemas.microsoft.com/office/powerpoint/2010/main" val="37598581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3"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5">
            <a:extLst xmlns:a="http://schemas.openxmlformats.org/drawingml/2006/main">
              <a:ext uri="{FF2B5EF4-FFF2-40B4-BE49-F238E27FC236}">
                <a16:creationId xmlns:a16="http://schemas.microsoft.com/office/drawing/2014/main" id="{D891A980-ED4C-4153-8E80-1B1F028F6EB5}"/>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USER STORIES</a:t>
            </a:r>
          </a:p>
        </p:txBody>
      </p:sp>
      <p:sp>
        <p:nvSpPr>
          <p:cNvPr id="3" name="title-15">
            <a:extLst xmlns:a="http://schemas.openxmlformats.org/drawingml/2006/main">
              <a:ext uri="{FF2B5EF4-FFF2-40B4-BE49-F238E27FC236}">
                <a16:creationId xmlns:a16="http://schemas.microsoft.com/office/drawing/2014/main" id="{640C3E39-6719-4BA6-9817-3AE8186EBD76}"/>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2025" b="1" i="0">
                <a:solidFill>
                  <a:srgbClr val="2D1976"/>
                </a:solidFill>
                <a:latin typeface="Segoe UI"/>
                <a:ea typeface="Segoe UI"/>
                <a:cs typeface="Segoe UI"/>
              </a:defRPr>
            </a:pPr>
            <a:r>
              <a:rPr sz="2025" b="1" i="0">
                <a:solidFill>
                  <a:srgbClr val="2D1976"/>
                </a:solidFill>
                <a:latin typeface="Segoe UI"/>
                <a:ea typeface="Segoe UI"/>
                <a:cs typeface="Segoe UI"/>
              </a:rPr>
              <a:t>ĐẶC TẢ USER STORIES THEO CHUẨN AGILE</a:t>
            </a:r>
          </a:p>
        </p:txBody>
      </p:sp>
      <p:sp>
        <p:nvSpPr>
          <p:cNvPr id="4" name="rule-15">
            <a:extLst xmlns:a="http://schemas.openxmlformats.org/drawingml/2006/main">
              <a:ext uri="{FF2B5EF4-FFF2-40B4-BE49-F238E27FC236}">
                <a16:creationId xmlns:a16="http://schemas.microsoft.com/office/drawing/2014/main" id="{6FDD5EB1-E626-4C23-A070-2CB0232411FE}"/>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st-card-0">
            <a:extLst xmlns:a="http://schemas.openxmlformats.org/drawingml/2006/main">
              <a:ext uri="{FF2B5EF4-FFF2-40B4-BE49-F238E27FC236}">
                <a16:creationId xmlns:a16="http://schemas.microsoft.com/office/drawing/2014/main" id="{F1E76E83-CD84-49BE-80AF-44EB29C981C5}"/>
              </a:ext>
            </a:extLst>
          </p:cNvPr>
          <p:cNvSpPr>
            <a:spLocks xmlns:a="http://schemas.openxmlformats.org/drawingml/2006/main" noGrp="1"/>
          </p:cNvSpPr>
          <p:nvPr/>
        </p:nvSpPr>
        <p:spPr>
          <a:xfrm xmlns:a="http://schemas.openxmlformats.org/drawingml/2006/main">
            <a:off x="904875" y="2095500"/>
            <a:ext cx="1038225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E2E8F0"/>
            </a:solidFill>
            <a:prstDash val="solid"/>
          </a:ln>
        </p:spPr>
      </p:sp>
      <p:sp>
        <p:nvSpPr>
          <p:cNvPr id="6" name="st-banner-0">
            <a:extLst xmlns:a="http://schemas.openxmlformats.org/drawingml/2006/main">
              <a:ext uri="{FF2B5EF4-FFF2-40B4-BE49-F238E27FC236}">
                <a16:creationId xmlns:a16="http://schemas.microsoft.com/office/drawing/2014/main" id="{9EF94131-5C83-4EE0-B6C1-09442E6BE191}"/>
              </a:ext>
            </a:extLst>
          </p:cNvPr>
          <p:cNvSpPr>
            <a:spLocks xmlns:a="http://schemas.openxmlformats.org/drawingml/2006/main" noGrp="1"/>
          </p:cNvSpPr>
          <p:nvPr/>
        </p:nvSpPr>
        <p:spPr>
          <a:xfrm xmlns:a="http://schemas.openxmlformats.org/drawingml/2006/main">
            <a:off x="904875" y="2095500"/>
            <a:ext cx="2190750" cy="1028700"/>
          </a:xfrm>
          <a:prstGeom xmlns:a="http://schemas.openxmlformats.org/drawingml/2006/main" prst="roundRect">
            <a:avLst>
              <a:gd name="adj" fmla="val 11111"/>
            </a:avLst>
          </a:prstGeom>
          <a:solidFill xmlns:a="http://schemas.openxmlformats.org/drawingml/2006/main">
            <a:srgbClr val="F5F3FF"/>
          </a:solidFill>
          <a:ln xmlns:a="http://schemas.openxmlformats.org/drawingml/2006/main" w="9525">
            <a:noFill/>
            <a:prstDash val="solid"/>
          </a:ln>
        </p:spPr>
      </p:sp>
      <p:sp>
        <p:nvSpPr>
          <p:cNvPr id="7" name="st-code-0">
            <a:extLst xmlns:a="http://schemas.openxmlformats.org/drawingml/2006/main">
              <a:ext uri="{FF2B5EF4-FFF2-40B4-BE49-F238E27FC236}">
                <a16:creationId xmlns:a16="http://schemas.microsoft.com/office/drawing/2014/main" id="{6DCCA449-E3BB-4735-940C-B5CC99ACBA31}"/>
              </a:ext>
            </a:extLst>
          </p:cNvPr>
          <p:cNvSpPr>
            <a:spLocks xmlns:a="http://schemas.openxmlformats.org/drawingml/2006/main" noGrp="1"/>
          </p:cNvSpPr>
          <p:nvPr/>
        </p:nvSpPr>
        <p:spPr>
          <a:xfrm xmlns:a="http://schemas.openxmlformats.org/drawingml/2006/main">
            <a:off x="1095375" y="2228850"/>
            <a:ext cx="7620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98165"/>
          </a:bodyPr>
          <a:lstStyle xmlns:a="http://schemas.openxmlformats.org/drawingml/2006/main"/>
          <a:p xmlns:a="http://schemas.openxmlformats.org/drawingml/2006/main">
            <a:pPr algn="ctr">
              <a:buNone/>
              <a:defRPr sz="975" b="1" i="0">
                <a:solidFill>
                  <a:srgbClr val="3730A3"/>
                </a:solidFill>
                <a:latin typeface="Segoe UI"/>
                <a:ea typeface="Segoe UI"/>
                <a:cs typeface="Segoe UI"/>
              </a:defRPr>
            </a:pPr>
            <a:r>
              <a:rPr sz="975" b="1" i="0">
                <a:solidFill>
                  <a:srgbClr val="3730A3"/>
                </a:solidFill>
                <a:latin typeface="Segoe UI"/>
                <a:ea typeface="Segoe UI"/>
                <a:cs typeface="Segoe UI"/>
              </a:rPr>
              <a:t>US-01</a:t>
            </a:r>
          </a:p>
        </p:txBody>
      </p:sp>
      <p:sp>
        <p:nvSpPr>
          <p:cNvPr id="8" name="st-role-0">
            <a:extLst xmlns:a="http://schemas.openxmlformats.org/drawingml/2006/main">
              <a:ext uri="{FF2B5EF4-FFF2-40B4-BE49-F238E27FC236}">
                <a16:creationId xmlns:a16="http://schemas.microsoft.com/office/drawing/2014/main" id="{99960DC6-8A2D-478D-9953-BA01D62BB330}"/>
              </a:ext>
            </a:extLst>
          </p:cNvPr>
          <p:cNvSpPr>
            <a:spLocks xmlns:a="http://schemas.openxmlformats.org/drawingml/2006/main" noGrp="1"/>
          </p:cNvSpPr>
          <p:nvPr/>
        </p:nvSpPr>
        <p:spPr>
          <a:xfrm xmlns:a="http://schemas.openxmlformats.org/drawingml/2006/main">
            <a:off x="1095375" y="2552700"/>
            <a:ext cx="190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13" b="1" i="0">
                <a:solidFill>
                  <a:srgbClr val="2D1976"/>
                </a:solidFill>
                <a:latin typeface="Segoe UI"/>
                <a:ea typeface="Segoe UI"/>
                <a:cs typeface="Segoe UI"/>
              </a:defRPr>
            </a:pPr>
            <a:r>
              <a:rPr sz="1013" b="1" i="0">
                <a:solidFill>
                  <a:srgbClr val="2D1976"/>
                </a:solidFill>
                <a:latin typeface="Segoe UI"/>
                <a:ea typeface="Segoe UI"/>
                <a:cs typeface="Segoe UI"/>
              </a:rPr>
              <a:t>Vai trò: Học viên tự học</a:t>
            </a:r>
          </a:p>
        </p:txBody>
      </p:sp>
      <p:sp>
        <p:nvSpPr>
          <p:cNvPr id="9" name="st-want-0">
            <a:extLst xmlns:a="http://schemas.openxmlformats.org/drawingml/2006/main">
              <a:ext uri="{FF2B5EF4-FFF2-40B4-BE49-F238E27FC236}">
                <a16:creationId xmlns:a16="http://schemas.microsoft.com/office/drawing/2014/main" id="{E0CFCB5F-F33C-4D62-B732-F01BB0314134}"/>
              </a:ext>
            </a:extLst>
          </p:cNvPr>
          <p:cNvSpPr>
            <a:spLocks xmlns:a="http://schemas.openxmlformats.org/drawingml/2006/main" noGrp="1"/>
          </p:cNvSpPr>
          <p:nvPr/>
        </p:nvSpPr>
        <p:spPr>
          <a:xfrm xmlns:a="http://schemas.openxmlformats.org/drawingml/2006/main">
            <a:off x="3286125" y="22288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125" b="1" i="0">
                <a:solidFill>
                  <a:srgbClr val="1E293B"/>
                </a:solidFill>
                <a:latin typeface="Segoe UI"/>
                <a:ea typeface="Segoe UI"/>
                <a:cs typeface="Segoe UI"/>
              </a:defRPr>
            </a:pPr>
            <a:r>
              <a:rPr sz="1125" b="1" i="0">
                <a:solidFill>
                  <a:srgbClr val="1E293B"/>
                </a:solidFill>
                <a:latin typeface="Segoe UI"/>
                <a:ea typeface="Segoe UI"/>
                <a:cs typeface="Segoe UI"/>
              </a:rPr>
              <a:t>Mong muốn: "Muốn hệ thống tự động lập lịch nhắc nhở các từ vựng đến hạn ôn tập"</a:t>
            </a:r>
          </a:p>
        </p:txBody>
      </p:sp>
      <p:sp>
        <p:nvSpPr>
          <p:cNvPr id="10" name="st-ben-0">
            <a:extLst xmlns:a="http://schemas.openxmlformats.org/drawingml/2006/main">
              <a:ext uri="{FF2B5EF4-FFF2-40B4-BE49-F238E27FC236}">
                <a16:creationId xmlns:a16="http://schemas.microsoft.com/office/drawing/2014/main" id="{408F8F69-2A6B-4EDB-BE06-728F6EA79C55}"/>
              </a:ext>
            </a:extLst>
          </p:cNvPr>
          <p:cNvSpPr>
            <a:spLocks xmlns:a="http://schemas.openxmlformats.org/drawingml/2006/main" noGrp="1"/>
          </p:cNvSpPr>
          <p:nvPr/>
        </p:nvSpPr>
        <p:spPr>
          <a:xfrm xmlns:a="http://schemas.openxmlformats.org/drawingml/2006/main">
            <a:off x="3286125" y="260985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13" b="0" i="0">
                <a:solidFill>
                  <a:srgbClr val="475569"/>
                </a:solidFill>
                <a:latin typeface="Segoe UI"/>
                <a:ea typeface="Segoe UI"/>
                <a:cs typeface="Segoe UI"/>
              </a:defRPr>
            </a:pPr>
            <a:r>
              <a:rPr sz="1013" b="0" i="0">
                <a:solidFill>
                  <a:srgbClr val="475569"/>
                </a:solidFill>
                <a:latin typeface="Segoe UI"/>
                <a:ea typeface="Segoe UI"/>
                <a:cs typeface="Segoe UI"/>
              </a:rPr>
              <a:t>Mục đích: Để duy trì trí nhớ dài hạn và không bị quá tải kiến thức (Spaced Repetition).</a:t>
            </a:r>
          </a:p>
        </p:txBody>
      </p:sp>
      <p:sp>
        <p:nvSpPr>
          <p:cNvPr id="11" name="st-card-1">
            <a:extLst xmlns:a="http://schemas.openxmlformats.org/drawingml/2006/main">
              <a:ext uri="{FF2B5EF4-FFF2-40B4-BE49-F238E27FC236}">
                <a16:creationId xmlns:a16="http://schemas.microsoft.com/office/drawing/2014/main" id="{9587CB28-2EAD-40A1-BA13-67EE1C28F877}"/>
              </a:ext>
            </a:extLst>
          </p:cNvPr>
          <p:cNvSpPr>
            <a:spLocks xmlns:a="http://schemas.openxmlformats.org/drawingml/2006/main" noGrp="1"/>
          </p:cNvSpPr>
          <p:nvPr/>
        </p:nvSpPr>
        <p:spPr>
          <a:xfrm xmlns:a="http://schemas.openxmlformats.org/drawingml/2006/main">
            <a:off x="904875" y="3219450"/>
            <a:ext cx="1038225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E2E8F0"/>
            </a:solidFill>
            <a:prstDash val="solid"/>
          </a:ln>
        </p:spPr>
      </p:sp>
      <p:sp>
        <p:nvSpPr>
          <p:cNvPr id="12" name="st-banner-1">
            <a:extLst xmlns:a="http://schemas.openxmlformats.org/drawingml/2006/main">
              <a:ext uri="{FF2B5EF4-FFF2-40B4-BE49-F238E27FC236}">
                <a16:creationId xmlns:a16="http://schemas.microsoft.com/office/drawing/2014/main" id="{0B65DA1D-C84C-44FB-88C3-1FFE1C1774B3}"/>
              </a:ext>
            </a:extLst>
          </p:cNvPr>
          <p:cNvSpPr>
            <a:spLocks xmlns:a="http://schemas.openxmlformats.org/drawingml/2006/main" noGrp="1"/>
          </p:cNvSpPr>
          <p:nvPr/>
        </p:nvSpPr>
        <p:spPr>
          <a:xfrm xmlns:a="http://schemas.openxmlformats.org/drawingml/2006/main">
            <a:off x="904875" y="3219450"/>
            <a:ext cx="2190750" cy="1028700"/>
          </a:xfrm>
          <a:prstGeom xmlns:a="http://schemas.openxmlformats.org/drawingml/2006/main" prst="roundRect">
            <a:avLst>
              <a:gd name="adj" fmla="val 11111"/>
            </a:avLst>
          </a:prstGeom>
          <a:solidFill xmlns:a="http://schemas.openxmlformats.org/drawingml/2006/main">
            <a:srgbClr val="F5F3FF"/>
          </a:solidFill>
          <a:ln xmlns:a="http://schemas.openxmlformats.org/drawingml/2006/main" w="9525">
            <a:noFill/>
            <a:prstDash val="solid"/>
          </a:ln>
        </p:spPr>
      </p:sp>
      <p:sp>
        <p:nvSpPr>
          <p:cNvPr id="13" name="st-code-1">
            <a:extLst xmlns:a="http://schemas.openxmlformats.org/drawingml/2006/main">
              <a:ext uri="{FF2B5EF4-FFF2-40B4-BE49-F238E27FC236}">
                <a16:creationId xmlns:a16="http://schemas.microsoft.com/office/drawing/2014/main" id="{98A2354F-592F-491A-AD7C-97A39B5D48F8}"/>
              </a:ext>
            </a:extLst>
          </p:cNvPr>
          <p:cNvSpPr>
            <a:spLocks xmlns:a="http://schemas.openxmlformats.org/drawingml/2006/main" noGrp="1"/>
          </p:cNvSpPr>
          <p:nvPr/>
        </p:nvSpPr>
        <p:spPr>
          <a:xfrm xmlns:a="http://schemas.openxmlformats.org/drawingml/2006/main">
            <a:off x="1095375" y="3352800"/>
            <a:ext cx="7620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98165"/>
          </a:bodyPr>
          <a:lstStyle xmlns:a="http://schemas.openxmlformats.org/drawingml/2006/main"/>
          <a:p xmlns:a="http://schemas.openxmlformats.org/drawingml/2006/main">
            <a:pPr algn="ctr">
              <a:buNone/>
              <a:defRPr sz="975" b="1" i="0">
                <a:solidFill>
                  <a:srgbClr val="3730A3"/>
                </a:solidFill>
                <a:latin typeface="Segoe UI"/>
                <a:ea typeface="Segoe UI"/>
                <a:cs typeface="Segoe UI"/>
              </a:defRPr>
            </a:pPr>
            <a:r>
              <a:rPr sz="975" b="1" i="0">
                <a:solidFill>
                  <a:srgbClr val="3730A3"/>
                </a:solidFill>
                <a:latin typeface="Segoe UI"/>
                <a:ea typeface="Segoe UI"/>
                <a:cs typeface="Segoe UI"/>
              </a:rPr>
              <a:t>US-02</a:t>
            </a:r>
          </a:p>
        </p:txBody>
      </p:sp>
      <p:sp>
        <p:nvSpPr>
          <p:cNvPr id="14" name="st-role-1">
            <a:extLst xmlns:a="http://schemas.openxmlformats.org/drawingml/2006/main">
              <a:ext uri="{FF2B5EF4-FFF2-40B4-BE49-F238E27FC236}">
                <a16:creationId xmlns:a16="http://schemas.microsoft.com/office/drawing/2014/main" id="{FA0E4D7A-52B3-4C6A-862D-BCBCCD621324}"/>
              </a:ext>
            </a:extLst>
          </p:cNvPr>
          <p:cNvSpPr>
            <a:spLocks xmlns:a="http://schemas.openxmlformats.org/drawingml/2006/main" noGrp="1"/>
          </p:cNvSpPr>
          <p:nvPr/>
        </p:nvSpPr>
        <p:spPr>
          <a:xfrm xmlns:a="http://schemas.openxmlformats.org/drawingml/2006/main">
            <a:off x="1095375" y="3676650"/>
            <a:ext cx="190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13" b="1" i="0">
                <a:solidFill>
                  <a:srgbClr val="2D1976"/>
                </a:solidFill>
                <a:latin typeface="Segoe UI"/>
                <a:ea typeface="Segoe UI"/>
                <a:cs typeface="Segoe UI"/>
              </a:defRPr>
            </a:pPr>
            <a:r>
              <a:rPr sz="1013" b="1" i="0">
                <a:solidFill>
                  <a:srgbClr val="2D1976"/>
                </a:solidFill>
                <a:latin typeface="Segoe UI"/>
                <a:ea typeface="Segoe UI"/>
                <a:cs typeface="Segoe UI"/>
              </a:rPr>
              <a:t>Vai trò: Người luyện viết</a:t>
            </a:r>
          </a:p>
        </p:txBody>
      </p:sp>
      <p:sp>
        <p:nvSpPr>
          <p:cNvPr id="15" name="st-want-1">
            <a:extLst xmlns:a="http://schemas.openxmlformats.org/drawingml/2006/main">
              <a:ext uri="{FF2B5EF4-FFF2-40B4-BE49-F238E27FC236}">
                <a16:creationId xmlns:a16="http://schemas.microsoft.com/office/drawing/2014/main" id="{7CADADC7-FFA9-45B3-BE77-C8BAB1435ACD}"/>
              </a:ext>
            </a:extLst>
          </p:cNvPr>
          <p:cNvSpPr>
            <a:spLocks xmlns:a="http://schemas.openxmlformats.org/drawingml/2006/main" noGrp="1"/>
          </p:cNvSpPr>
          <p:nvPr/>
        </p:nvSpPr>
        <p:spPr>
          <a:xfrm xmlns:a="http://schemas.openxmlformats.org/drawingml/2006/main">
            <a:off x="3286125" y="335280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125" b="1" i="0">
                <a:solidFill>
                  <a:srgbClr val="1E293B"/>
                </a:solidFill>
                <a:latin typeface="Segoe UI"/>
                <a:ea typeface="Segoe UI"/>
                <a:cs typeface="Segoe UI"/>
              </a:defRPr>
            </a:pPr>
            <a:r>
              <a:rPr sz="1125" b="1" i="0">
                <a:solidFill>
                  <a:srgbClr val="1E293B"/>
                </a:solidFill>
                <a:latin typeface="Segoe UI"/>
                <a:ea typeface="Segoe UI"/>
                <a:cs typeface="Segoe UI"/>
              </a:rPr>
              <a:t>Mong muốn: "Muốn viết câu theo các tình huống giao tiếp thực tế và nhận phản hồi sửa lỗi tức thì"</a:t>
            </a:r>
          </a:p>
        </p:txBody>
      </p:sp>
      <p:sp>
        <p:nvSpPr>
          <p:cNvPr id="16" name="st-ben-1">
            <a:extLst xmlns:a="http://schemas.openxmlformats.org/drawingml/2006/main">
              <a:ext uri="{FF2B5EF4-FFF2-40B4-BE49-F238E27FC236}">
                <a16:creationId xmlns:a16="http://schemas.microsoft.com/office/drawing/2014/main" id="{208B2864-CA0C-410E-8CB3-28B1254C920D}"/>
              </a:ext>
            </a:extLst>
          </p:cNvPr>
          <p:cNvSpPr>
            <a:spLocks xmlns:a="http://schemas.openxmlformats.org/drawingml/2006/main" noGrp="1"/>
          </p:cNvSpPr>
          <p:nvPr/>
        </p:nvSpPr>
        <p:spPr>
          <a:xfrm xmlns:a="http://schemas.openxmlformats.org/drawingml/2006/main">
            <a:off x="3286125" y="373380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13" b="0" i="0">
                <a:solidFill>
                  <a:srgbClr val="475569"/>
                </a:solidFill>
                <a:latin typeface="Segoe UI"/>
                <a:ea typeface="Segoe UI"/>
                <a:cs typeface="Segoe UI"/>
              </a:defRPr>
            </a:pPr>
            <a:r>
              <a:rPr sz="1013" b="0" i="0">
                <a:solidFill>
                  <a:srgbClr val="475569"/>
                </a:solidFill>
                <a:latin typeface="Segoe UI"/>
                <a:ea typeface="Segoe UI"/>
                <a:cs typeface="Segoe UI"/>
              </a:rPr>
              <a:t>Mục đích: Để hiểu rõ lỗi sai ngữ pháp, vị trí sai khác và cải thiện kỹ năng diễn đạt.</a:t>
            </a:r>
          </a:p>
        </p:txBody>
      </p:sp>
      <p:sp>
        <p:nvSpPr>
          <p:cNvPr id="17" name="st-card-2">
            <a:extLst xmlns:a="http://schemas.openxmlformats.org/drawingml/2006/main">
              <a:ext uri="{FF2B5EF4-FFF2-40B4-BE49-F238E27FC236}">
                <a16:creationId xmlns:a16="http://schemas.microsoft.com/office/drawing/2014/main" id="{3C5D8123-A243-4DD9-8BC6-AAA20E8A82DB}"/>
              </a:ext>
            </a:extLst>
          </p:cNvPr>
          <p:cNvSpPr>
            <a:spLocks xmlns:a="http://schemas.openxmlformats.org/drawingml/2006/main" noGrp="1"/>
          </p:cNvSpPr>
          <p:nvPr/>
        </p:nvSpPr>
        <p:spPr>
          <a:xfrm xmlns:a="http://schemas.openxmlformats.org/drawingml/2006/main">
            <a:off x="904875" y="4343400"/>
            <a:ext cx="1038225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E2E8F0"/>
            </a:solidFill>
            <a:prstDash val="solid"/>
          </a:ln>
        </p:spPr>
      </p:sp>
      <p:sp>
        <p:nvSpPr>
          <p:cNvPr id="18" name="st-banner-2">
            <a:extLst xmlns:a="http://schemas.openxmlformats.org/drawingml/2006/main">
              <a:ext uri="{FF2B5EF4-FFF2-40B4-BE49-F238E27FC236}">
                <a16:creationId xmlns:a16="http://schemas.microsoft.com/office/drawing/2014/main" id="{63973634-A8F1-4D1A-84F6-C9ADFB7EE673}"/>
              </a:ext>
            </a:extLst>
          </p:cNvPr>
          <p:cNvSpPr>
            <a:spLocks xmlns:a="http://schemas.openxmlformats.org/drawingml/2006/main" noGrp="1"/>
          </p:cNvSpPr>
          <p:nvPr/>
        </p:nvSpPr>
        <p:spPr>
          <a:xfrm xmlns:a="http://schemas.openxmlformats.org/drawingml/2006/main">
            <a:off x="904875" y="4343400"/>
            <a:ext cx="2190750" cy="1028700"/>
          </a:xfrm>
          <a:prstGeom xmlns:a="http://schemas.openxmlformats.org/drawingml/2006/main" prst="roundRect">
            <a:avLst>
              <a:gd name="adj" fmla="val 11111"/>
            </a:avLst>
          </a:prstGeom>
          <a:solidFill xmlns:a="http://schemas.openxmlformats.org/drawingml/2006/main">
            <a:srgbClr val="F5F3FF"/>
          </a:solidFill>
          <a:ln xmlns:a="http://schemas.openxmlformats.org/drawingml/2006/main" w="9525">
            <a:noFill/>
            <a:prstDash val="solid"/>
          </a:ln>
        </p:spPr>
      </p:sp>
      <p:sp>
        <p:nvSpPr>
          <p:cNvPr id="19" name="st-code-2">
            <a:extLst xmlns:a="http://schemas.openxmlformats.org/drawingml/2006/main">
              <a:ext uri="{FF2B5EF4-FFF2-40B4-BE49-F238E27FC236}">
                <a16:creationId xmlns:a16="http://schemas.microsoft.com/office/drawing/2014/main" id="{990635CF-0052-4D29-874B-E7A0629B3A71}"/>
              </a:ext>
            </a:extLst>
          </p:cNvPr>
          <p:cNvSpPr>
            <a:spLocks xmlns:a="http://schemas.openxmlformats.org/drawingml/2006/main" noGrp="1"/>
          </p:cNvSpPr>
          <p:nvPr/>
        </p:nvSpPr>
        <p:spPr>
          <a:xfrm xmlns:a="http://schemas.openxmlformats.org/drawingml/2006/main">
            <a:off x="1095375" y="4476750"/>
            <a:ext cx="7620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98165"/>
          </a:bodyPr>
          <a:lstStyle xmlns:a="http://schemas.openxmlformats.org/drawingml/2006/main"/>
          <a:p xmlns:a="http://schemas.openxmlformats.org/drawingml/2006/main">
            <a:pPr algn="ctr">
              <a:buNone/>
              <a:defRPr sz="975" b="1" i="0">
                <a:solidFill>
                  <a:srgbClr val="3730A3"/>
                </a:solidFill>
                <a:latin typeface="Segoe UI"/>
                <a:ea typeface="Segoe UI"/>
                <a:cs typeface="Segoe UI"/>
              </a:defRPr>
            </a:pPr>
            <a:r>
              <a:rPr sz="975" b="1" i="0">
                <a:solidFill>
                  <a:srgbClr val="3730A3"/>
                </a:solidFill>
                <a:latin typeface="Segoe UI"/>
                <a:ea typeface="Segoe UI"/>
                <a:cs typeface="Segoe UI"/>
              </a:rPr>
              <a:t>US-03</a:t>
            </a:r>
          </a:p>
        </p:txBody>
      </p:sp>
      <p:sp>
        <p:nvSpPr>
          <p:cNvPr id="20" name="st-role-2">
            <a:extLst xmlns:a="http://schemas.openxmlformats.org/drawingml/2006/main">
              <a:ext uri="{FF2B5EF4-FFF2-40B4-BE49-F238E27FC236}">
                <a16:creationId xmlns:a16="http://schemas.microsoft.com/office/drawing/2014/main" id="{6CF52EF8-EF7C-49FA-B611-EC040E3B643A}"/>
              </a:ext>
            </a:extLst>
          </p:cNvPr>
          <p:cNvSpPr>
            <a:spLocks xmlns:a="http://schemas.openxmlformats.org/drawingml/2006/main" noGrp="1"/>
          </p:cNvSpPr>
          <p:nvPr/>
        </p:nvSpPr>
        <p:spPr>
          <a:xfrm xmlns:a="http://schemas.openxmlformats.org/drawingml/2006/main">
            <a:off x="1095375" y="4800600"/>
            <a:ext cx="190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13" b="1" i="0">
                <a:solidFill>
                  <a:srgbClr val="2D1976"/>
                </a:solidFill>
                <a:latin typeface="Segoe UI"/>
                <a:ea typeface="Segoe UI"/>
                <a:cs typeface="Segoe UI"/>
              </a:defRPr>
            </a:pPr>
            <a:r>
              <a:rPr sz="1013" b="1" i="0">
                <a:solidFill>
                  <a:srgbClr val="2D1976"/>
                </a:solidFill>
                <a:latin typeface="Segoe UI"/>
                <a:ea typeface="Segoe UI"/>
                <a:cs typeface="Segoe UI"/>
              </a:rPr>
              <a:t>Vai trò: Người học bận rộn</a:t>
            </a:r>
          </a:p>
        </p:txBody>
      </p:sp>
      <p:sp>
        <p:nvSpPr>
          <p:cNvPr id="21" name="st-want-2">
            <a:extLst xmlns:a="http://schemas.openxmlformats.org/drawingml/2006/main">
              <a:ext uri="{FF2B5EF4-FFF2-40B4-BE49-F238E27FC236}">
                <a16:creationId xmlns:a16="http://schemas.microsoft.com/office/drawing/2014/main" id="{06E11494-3F37-46AC-A4A8-864D8B2C53C8}"/>
              </a:ext>
            </a:extLst>
          </p:cNvPr>
          <p:cNvSpPr>
            <a:spLocks xmlns:a="http://schemas.openxmlformats.org/drawingml/2006/main" noGrp="1"/>
          </p:cNvSpPr>
          <p:nvPr/>
        </p:nvSpPr>
        <p:spPr>
          <a:xfrm xmlns:a="http://schemas.openxmlformats.org/drawingml/2006/main">
            <a:off x="3286125" y="44767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125" b="1" i="0">
                <a:solidFill>
                  <a:srgbClr val="1E293B"/>
                </a:solidFill>
                <a:latin typeface="Segoe UI"/>
                <a:ea typeface="Segoe UI"/>
                <a:cs typeface="Segoe UI"/>
              </a:defRPr>
            </a:pPr>
            <a:r>
              <a:rPr sz="1125" b="1" i="0">
                <a:solidFill>
                  <a:srgbClr val="1E293B"/>
                </a:solidFill>
                <a:latin typeface="Segoe UI"/>
                <a:ea typeface="Segoe UI"/>
                <a:cs typeface="Segoe UI"/>
              </a:rPr>
              <a:t>Mong muốn: "Muốn bài học được chia nhỏ kèm theo dõi chuỗi ngày học liên tục (Streak)"</a:t>
            </a:r>
          </a:p>
        </p:txBody>
      </p:sp>
      <p:sp>
        <p:nvSpPr>
          <p:cNvPr id="22" name="st-ben-2">
            <a:extLst xmlns:a="http://schemas.openxmlformats.org/drawingml/2006/main">
              <a:ext uri="{FF2B5EF4-FFF2-40B4-BE49-F238E27FC236}">
                <a16:creationId xmlns:a16="http://schemas.microsoft.com/office/drawing/2014/main" id="{AFB0F573-344B-46CF-A55B-045F49401F3A}"/>
              </a:ext>
            </a:extLst>
          </p:cNvPr>
          <p:cNvSpPr>
            <a:spLocks xmlns:a="http://schemas.openxmlformats.org/drawingml/2006/main" noGrp="1"/>
          </p:cNvSpPr>
          <p:nvPr/>
        </p:nvSpPr>
        <p:spPr>
          <a:xfrm xmlns:a="http://schemas.openxmlformats.org/drawingml/2006/main">
            <a:off x="3286125" y="485775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1013" b="0" i="0">
                <a:solidFill>
                  <a:srgbClr val="475569"/>
                </a:solidFill>
                <a:latin typeface="Segoe UI"/>
                <a:ea typeface="Segoe UI"/>
                <a:cs typeface="Segoe UI"/>
              </a:defRPr>
            </a:pPr>
            <a:r>
              <a:rPr sz="1013" b="0" i="0">
                <a:solidFill>
                  <a:srgbClr val="475569"/>
                </a:solidFill>
                <a:latin typeface="Segoe UI"/>
                <a:ea typeface="Segoe UI"/>
                <a:cs typeface="Segoe UI"/>
              </a:rPr>
              <a:t>Mục đích: Để duy trì thói quen học tập đều đặn hằng ngày mà không cảm thấy nản chí.</a:t>
            </a:r>
          </a:p>
        </p:txBody>
      </p:sp>
    </p:spTree>
    <p:extLst>
      <p:ext uri="{BB962C8B-B14F-4D97-AF65-F5344CB8AC3E}">
        <p14:creationId xmlns:p14="http://schemas.microsoft.com/office/powerpoint/2010/main" val="92145337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41"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6">
            <a:extLst xmlns:a="http://schemas.openxmlformats.org/drawingml/2006/main">
              <a:ext uri="{FF2B5EF4-FFF2-40B4-BE49-F238E27FC236}">
                <a16:creationId xmlns:a16="http://schemas.microsoft.com/office/drawing/2014/main" id="{2BBF59B3-3FFB-418A-A436-7D523E5266FA}"/>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YÊU CẦU CHỨC NĂNG</a:t>
            </a:r>
          </a:p>
        </p:txBody>
      </p:sp>
      <p:sp>
        <p:nvSpPr>
          <p:cNvPr id="3" name="title-16">
            <a:extLst xmlns:a="http://schemas.openxmlformats.org/drawingml/2006/main">
              <a:ext uri="{FF2B5EF4-FFF2-40B4-BE49-F238E27FC236}">
                <a16:creationId xmlns:a16="http://schemas.microsoft.com/office/drawing/2014/main" id="{2BA54268-DDE4-4B35-986D-DDF9BDD68C62}"/>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1800" b="1" i="0">
                <a:solidFill>
                  <a:srgbClr val="2D1976"/>
                </a:solidFill>
                <a:latin typeface="Segoe UI"/>
                <a:ea typeface="Segoe UI"/>
                <a:cs typeface="Segoe UI"/>
              </a:defRPr>
            </a:pPr>
            <a:r>
              <a:rPr sz="1800" b="1" i="0">
                <a:solidFill>
                  <a:srgbClr val="2D1976"/>
                </a:solidFill>
                <a:latin typeface="Segoe UI"/>
                <a:ea typeface="Segoe UI"/>
                <a:cs typeface="Segoe UI"/>
              </a:rPr>
              <a:t>DANH MỤC 10 YÊU CẦU CHỨC NĂNG (FR - 10 USE CASES)</a:t>
            </a:r>
          </a:p>
        </p:txBody>
      </p:sp>
      <p:sp>
        <p:nvSpPr>
          <p:cNvPr id="4" name="rule-16">
            <a:extLst xmlns:a="http://schemas.openxmlformats.org/drawingml/2006/main">
              <a:ext uri="{FF2B5EF4-FFF2-40B4-BE49-F238E27FC236}">
                <a16:creationId xmlns:a16="http://schemas.microsoft.com/office/drawing/2014/main" id="{999EA439-AC48-4B5A-A37D-EAEB83E8D333}"/>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fr-grp-card-0">
            <a:extLst xmlns:a="http://schemas.openxmlformats.org/drawingml/2006/main">
              <a:ext uri="{FF2B5EF4-FFF2-40B4-BE49-F238E27FC236}">
                <a16:creationId xmlns:a16="http://schemas.microsoft.com/office/drawing/2014/main" id="{83161578-F081-488C-98FA-54687DDC3B7B}"/>
              </a:ext>
            </a:extLst>
          </p:cNvPr>
          <p:cNvSpPr>
            <a:spLocks xmlns:a="http://schemas.openxmlformats.org/drawingml/2006/main" noGrp="1"/>
          </p:cNvSpPr>
          <p:nvPr/>
        </p:nvSpPr>
        <p:spPr>
          <a:xfrm xmlns:a="http://schemas.openxmlformats.org/drawingml/2006/main">
            <a:off x="904875" y="2047875"/>
            <a:ext cx="1038225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11430">
            <a:solidFill>
              <a:srgbClr val="E2E8F0"/>
            </a:solidFill>
            <a:prstDash val="solid"/>
          </a:ln>
        </p:spPr>
      </p:sp>
      <p:sp>
        <p:nvSpPr>
          <p:cNvPr id="6" name="fr-grp-tag-0">
            <a:extLst xmlns:a="http://schemas.openxmlformats.org/drawingml/2006/main">
              <a:ext uri="{FF2B5EF4-FFF2-40B4-BE49-F238E27FC236}">
                <a16:creationId xmlns:a16="http://schemas.microsoft.com/office/drawing/2014/main" id="{EACD24B8-D2D0-448A-B7EB-585684163AC5}"/>
              </a:ext>
            </a:extLst>
          </p:cNvPr>
          <p:cNvSpPr>
            <a:spLocks xmlns:a="http://schemas.openxmlformats.org/drawingml/2006/main" noGrp="1"/>
          </p:cNvSpPr>
          <p:nvPr/>
        </p:nvSpPr>
        <p:spPr>
          <a:xfrm xmlns:a="http://schemas.openxmlformats.org/drawingml/2006/main">
            <a:off x="1047750" y="2143125"/>
            <a:ext cx="41910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Nhóm 1: Xác thực &amp; Quản trị nội dung</a:t>
            </a:r>
          </a:p>
        </p:txBody>
      </p:sp>
      <p:sp>
        <p:nvSpPr>
          <p:cNvPr id="7" name="fr-item-card-0-0">
            <a:extLst xmlns:a="http://schemas.openxmlformats.org/drawingml/2006/main">
              <a:ext uri="{FF2B5EF4-FFF2-40B4-BE49-F238E27FC236}">
                <a16:creationId xmlns:a16="http://schemas.microsoft.com/office/drawing/2014/main" id="{E631F2DE-5904-4AF6-BC09-5906B1A2C982}"/>
              </a:ext>
            </a:extLst>
          </p:cNvPr>
          <p:cNvSpPr>
            <a:spLocks xmlns:a="http://schemas.openxmlformats.org/drawingml/2006/main" noGrp="1"/>
          </p:cNvSpPr>
          <p:nvPr/>
        </p:nvSpPr>
        <p:spPr>
          <a:xfrm xmlns:a="http://schemas.openxmlformats.org/drawingml/2006/main">
            <a:off x="1047750" y="2447925"/>
            <a:ext cx="499110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8" name="fr-code-0-0">
            <a:extLst xmlns:a="http://schemas.openxmlformats.org/drawingml/2006/main">
              <a:ext uri="{FF2B5EF4-FFF2-40B4-BE49-F238E27FC236}">
                <a16:creationId xmlns:a16="http://schemas.microsoft.com/office/drawing/2014/main" id="{1C194B0C-3E46-4BCC-9784-53C90FD8D13D}"/>
              </a:ext>
            </a:extLst>
          </p:cNvPr>
          <p:cNvSpPr>
            <a:spLocks xmlns:a="http://schemas.openxmlformats.org/drawingml/2006/main" noGrp="1"/>
          </p:cNvSpPr>
          <p:nvPr/>
        </p:nvSpPr>
        <p:spPr>
          <a:xfrm xmlns:a="http://schemas.openxmlformats.org/drawingml/2006/main">
            <a:off x="1123950" y="2505075"/>
            <a:ext cx="1190625"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3730A3"/>
                </a:solidFill>
                <a:latin typeface="Segoe UI"/>
                <a:ea typeface="Segoe UI"/>
                <a:cs typeface="Segoe UI"/>
              </a:defRPr>
            </a:pPr>
            <a:r>
              <a:rPr sz="825" b="1" i="0">
                <a:solidFill>
                  <a:srgbClr val="3730A3"/>
                </a:solidFill>
                <a:latin typeface="Segoe UI"/>
                <a:ea typeface="Segoe UI"/>
                <a:cs typeface="Segoe UI"/>
              </a:rPr>
              <a:t>FR-01 (UC-01)</a:t>
            </a:r>
          </a:p>
        </p:txBody>
      </p:sp>
      <p:sp>
        <p:nvSpPr>
          <p:cNvPr id="9" name="fr-name-0-0">
            <a:extLst xmlns:a="http://schemas.openxmlformats.org/drawingml/2006/main">
              <a:ext uri="{FF2B5EF4-FFF2-40B4-BE49-F238E27FC236}">
                <a16:creationId xmlns:a16="http://schemas.microsoft.com/office/drawing/2014/main" id="{C8514D3D-369E-40C3-AF57-ADF791EF465E}"/>
              </a:ext>
            </a:extLst>
          </p:cNvPr>
          <p:cNvSpPr>
            <a:spLocks xmlns:a="http://schemas.openxmlformats.org/drawingml/2006/main" noGrp="1"/>
          </p:cNvSpPr>
          <p:nvPr/>
        </p:nvSpPr>
        <p:spPr>
          <a:xfrm xmlns:a="http://schemas.openxmlformats.org/drawingml/2006/main">
            <a:off x="1123950" y="2714625"/>
            <a:ext cx="4838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7222"/>
          </a:bodyPr>
          <a:lstStyle xmlns:a="http://schemas.openxmlformats.org/drawingml/2006/main"/>
          <a:p xmlns:a="http://schemas.openxmlformats.org/drawingml/2006/main">
            <a:pPr algn="l">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Xác thực &amp; Quản lý phiên</a:t>
            </a:r>
          </a:p>
        </p:txBody>
      </p:sp>
      <p:sp>
        <p:nvSpPr>
          <p:cNvPr id="10" name="fr-item-card-0-1">
            <a:extLst xmlns:a="http://schemas.openxmlformats.org/drawingml/2006/main">
              <a:ext uri="{FF2B5EF4-FFF2-40B4-BE49-F238E27FC236}">
                <a16:creationId xmlns:a16="http://schemas.microsoft.com/office/drawing/2014/main" id="{76D2E0A7-2940-4E03-BAD8-E946F0411601}"/>
              </a:ext>
            </a:extLst>
          </p:cNvPr>
          <p:cNvSpPr>
            <a:spLocks xmlns:a="http://schemas.openxmlformats.org/drawingml/2006/main" noGrp="1"/>
          </p:cNvSpPr>
          <p:nvPr/>
        </p:nvSpPr>
        <p:spPr>
          <a:xfrm xmlns:a="http://schemas.openxmlformats.org/drawingml/2006/main">
            <a:off x="6153150" y="2447925"/>
            <a:ext cx="499110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11" name="fr-code-0-1">
            <a:extLst xmlns:a="http://schemas.openxmlformats.org/drawingml/2006/main">
              <a:ext uri="{FF2B5EF4-FFF2-40B4-BE49-F238E27FC236}">
                <a16:creationId xmlns:a16="http://schemas.microsoft.com/office/drawing/2014/main" id="{9A2F77A5-7303-4CAC-B8DC-F58B26BF7AE6}"/>
              </a:ext>
            </a:extLst>
          </p:cNvPr>
          <p:cNvSpPr>
            <a:spLocks xmlns:a="http://schemas.openxmlformats.org/drawingml/2006/main" noGrp="1"/>
          </p:cNvSpPr>
          <p:nvPr/>
        </p:nvSpPr>
        <p:spPr>
          <a:xfrm xmlns:a="http://schemas.openxmlformats.org/drawingml/2006/main">
            <a:off x="6229350" y="2505075"/>
            <a:ext cx="1190625"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3730A3"/>
                </a:solidFill>
                <a:latin typeface="Segoe UI"/>
                <a:ea typeface="Segoe UI"/>
                <a:cs typeface="Segoe UI"/>
              </a:defRPr>
            </a:pPr>
            <a:r>
              <a:rPr sz="825" b="1" i="0">
                <a:solidFill>
                  <a:srgbClr val="3730A3"/>
                </a:solidFill>
                <a:latin typeface="Segoe UI"/>
                <a:ea typeface="Segoe UI"/>
                <a:cs typeface="Segoe UI"/>
              </a:rPr>
              <a:t>FR-04 (UC-04)</a:t>
            </a:r>
          </a:p>
        </p:txBody>
      </p:sp>
      <p:sp>
        <p:nvSpPr>
          <p:cNvPr id="12" name="fr-name-0-1">
            <a:extLst xmlns:a="http://schemas.openxmlformats.org/drawingml/2006/main">
              <a:ext uri="{FF2B5EF4-FFF2-40B4-BE49-F238E27FC236}">
                <a16:creationId xmlns:a16="http://schemas.microsoft.com/office/drawing/2014/main" id="{84614844-84EA-401B-BDED-F507109E3960}"/>
              </a:ext>
            </a:extLst>
          </p:cNvPr>
          <p:cNvSpPr>
            <a:spLocks xmlns:a="http://schemas.openxmlformats.org/drawingml/2006/main" noGrp="1"/>
          </p:cNvSpPr>
          <p:nvPr/>
        </p:nvSpPr>
        <p:spPr>
          <a:xfrm xmlns:a="http://schemas.openxmlformats.org/drawingml/2006/main">
            <a:off x="6229350" y="2714625"/>
            <a:ext cx="4838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7222"/>
          </a:bodyPr>
          <a:lstStyle xmlns:a="http://schemas.openxmlformats.org/drawingml/2006/main"/>
          <a:p xmlns:a="http://schemas.openxmlformats.org/drawingml/2006/main">
            <a:pPr algn="l">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Quản trị nội dung học tập (CMS)</a:t>
            </a:r>
          </a:p>
        </p:txBody>
      </p:sp>
      <p:sp>
        <p:nvSpPr>
          <p:cNvPr id="13" name="fr-grp-card-1">
            <a:extLst xmlns:a="http://schemas.openxmlformats.org/drawingml/2006/main">
              <a:ext uri="{FF2B5EF4-FFF2-40B4-BE49-F238E27FC236}">
                <a16:creationId xmlns:a16="http://schemas.microsoft.com/office/drawing/2014/main" id="{EEA21E1B-3DD0-4928-A529-045574C285F5}"/>
              </a:ext>
            </a:extLst>
          </p:cNvPr>
          <p:cNvSpPr>
            <a:spLocks xmlns:a="http://schemas.openxmlformats.org/drawingml/2006/main" noGrp="1"/>
          </p:cNvSpPr>
          <p:nvPr/>
        </p:nvSpPr>
        <p:spPr>
          <a:xfrm xmlns:a="http://schemas.openxmlformats.org/drawingml/2006/main">
            <a:off x="904875" y="3209925"/>
            <a:ext cx="1038225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11430">
            <a:solidFill>
              <a:srgbClr val="E2E8F0"/>
            </a:solidFill>
            <a:prstDash val="solid"/>
          </a:ln>
        </p:spPr>
      </p:sp>
      <p:sp>
        <p:nvSpPr>
          <p:cNvPr id="14" name="fr-grp-tag-1">
            <a:extLst xmlns:a="http://schemas.openxmlformats.org/drawingml/2006/main">
              <a:ext uri="{FF2B5EF4-FFF2-40B4-BE49-F238E27FC236}">
                <a16:creationId xmlns:a16="http://schemas.microsoft.com/office/drawing/2014/main" id="{DAD6313B-FFD9-44C3-A60A-1D1C396D4539}"/>
              </a:ext>
            </a:extLst>
          </p:cNvPr>
          <p:cNvSpPr>
            <a:spLocks xmlns:a="http://schemas.openxmlformats.org/drawingml/2006/main" noGrp="1"/>
          </p:cNvSpPr>
          <p:nvPr/>
        </p:nvSpPr>
        <p:spPr>
          <a:xfrm xmlns:a="http://schemas.openxmlformats.org/drawingml/2006/main">
            <a:off x="1047750" y="3305175"/>
            <a:ext cx="4191000" cy="247650"/>
          </a:xfrm>
          <a:prstGeom xmlns:a="http://schemas.openxmlformats.org/drawingml/2006/main" prst="roundRect">
            <a:avLst>
              <a:gd name="adj" fmla="val 30769"/>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Nhóm 2: Học tập, Bài tập tương tác &amp; Kiểm tra trình độ</a:t>
            </a:r>
          </a:p>
        </p:txBody>
      </p:sp>
      <p:sp>
        <p:nvSpPr>
          <p:cNvPr id="15" name="fr-item-card-1-0">
            <a:extLst xmlns:a="http://schemas.openxmlformats.org/drawingml/2006/main">
              <a:ext uri="{FF2B5EF4-FFF2-40B4-BE49-F238E27FC236}">
                <a16:creationId xmlns:a16="http://schemas.microsoft.com/office/drawing/2014/main" id="{08B5DCED-9BD7-449D-AB9D-2FCA872FAE22}"/>
              </a:ext>
            </a:extLst>
          </p:cNvPr>
          <p:cNvSpPr>
            <a:spLocks xmlns:a="http://schemas.openxmlformats.org/drawingml/2006/main" noGrp="1"/>
          </p:cNvSpPr>
          <p:nvPr/>
        </p:nvSpPr>
        <p:spPr>
          <a:xfrm xmlns:a="http://schemas.openxmlformats.org/drawingml/2006/main">
            <a:off x="1047750" y="3609975"/>
            <a:ext cx="3286125"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16" name="fr-code-1-0">
            <a:extLst xmlns:a="http://schemas.openxmlformats.org/drawingml/2006/main">
              <a:ext uri="{FF2B5EF4-FFF2-40B4-BE49-F238E27FC236}">
                <a16:creationId xmlns:a16="http://schemas.microsoft.com/office/drawing/2014/main" id="{4ED95DCB-8F74-4D53-93D3-355F6E18B87B}"/>
              </a:ext>
            </a:extLst>
          </p:cNvPr>
          <p:cNvSpPr>
            <a:spLocks xmlns:a="http://schemas.openxmlformats.org/drawingml/2006/main" noGrp="1"/>
          </p:cNvSpPr>
          <p:nvPr/>
        </p:nvSpPr>
        <p:spPr>
          <a:xfrm xmlns:a="http://schemas.openxmlformats.org/drawingml/2006/main">
            <a:off x="1123950" y="3667125"/>
            <a:ext cx="1190625" cy="209550"/>
          </a:xfrm>
          <a:prstGeom xmlns:a="http://schemas.openxmlformats.org/drawingml/2006/main" prst="roundRect">
            <a:avLst>
              <a:gd name="adj" fmla="val 36364"/>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0369A1"/>
                </a:solidFill>
                <a:latin typeface="Segoe UI"/>
                <a:ea typeface="Segoe UI"/>
                <a:cs typeface="Segoe UI"/>
              </a:defRPr>
            </a:pPr>
            <a:r>
              <a:rPr sz="825" b="1" i="0">
                <a:solidFill>
                  <a:srgbClr val="0369A1"/>
                </a:solidFill>
                <a:latin typeface="Segoe UI"/>
                <a:ea typeface="Segoe UI"/>
                <a:cs typeface="Segoe UI"/>
              </a:rPr>
              <a:t>FR-02 (UC-02)</a:t>
            </a:r>
          </a:p>
        </p:txBody>
      </p:sp>
      <p:sp>
        <p:nvSpPr>
          <p:cNvPr id="17" name="fr-name-1-0">
            <a:extLst xmlns:a="http://schemas.openxmlformats.org/drawingml/2006/main">
              <a:ext uri="{FF2B5EF4-FFF2-40B4-BE49-F238E27FC236}">
                <a16:creationId xmlns:a16="http://schemas.microsoft.com/office/drawing/2014/main" id="{37CE3499-FB22-47F1-AF26-19BBF97F7AB4}"/>
              </a:ext>
            </a:extLst>
          </p:cNvPr>
          <p:cNvSpPr>
            <a:spLocks xmlns:a="http://schemas.openxmlformats.org/drawingml/2006/main" noGrp="1"/>
          </p:cNvSpPr>
          <p:nvPr/>
        </p:nvSpPr>
        <p:spPr>
          <a:xfrm xmlns:a="http://schemas.openxmlformats.org/drawingml/2006/main">
            <a:off x="1123950" y="3876675"/>
            <a:ext cx="31337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7222"/>
          </a:bodyPr>
          <a:lstStyle xmlns:a="http://schemas.openxmlformats.org/drawingml/2006/main"/>
          <a:p xmlns:a="http://schemas.openxmlformats.org/drawingml/2006/main">
            <a:pPr algn="l">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Duyệt &amp; Học bài học theo lộ trình</a:t>
            </a:r>
          </a:p>
        </p:txBody>
      </p:sp>
      <p:sp>
        <p:nvSpPr>
          <p:cNvPr id="18" name="fr-item-card-1-1">
            <a:extLst xmlns:a="http://schemas.openxmlformats.org/drawingml/2006/main">
              <a:ext uri="{FF2B5EF4-FFF2-40B4-BE49-F238E27FC236}">
                <a16:creationId xmlns:a16="http://schemas.microsoft.com/office/drawing/2014/main" id="{D0A7566D-F34C-4F4D-B61F-73ECE12E6BAA}"/>
              </a:ext>
            </a:extLst>
          </p:cNvPr>
          <p:cNvSpPr>
            <a:spLocks xmlns:a="http://schemas.openxmlformats.org/drawingml/2006/main" noGrp="1"/>
          </p:cNvSpPr>
          <p:nvPr/>
        </p:nvSpPr>
        <p:spPr>
          <a:xfrm xmlns:a="http://schemas.openxmlformats.org/drawingml/2006/main">
            <a:off x="4448175" y="3609975"/>
            <a:ext cx="3286125"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19" name="fr-code-1-1">
            <a:extLst xmlns:a="http://schemas.openxmlformats.org/drawingml/2006/main">
              <a:ext uri="{FF2B5EF4-FFF2-40B4-BE49-F238E27FC236}">
                <a16:creationId xmlns:a16="http://schemas.microsoft.com/office/drawing/2014/main" id="{8278C282-E6C0-4C5E-B9D5-0C6D4BCDAB6E}"/>
              </a:ext>
            </a:extLst>
          </p:cNvPr>
          <p:cNvSpPr>
            <a:spLocks xmlns:a="http://schemas.openxmlformats.org/drawingml/2006/main" noGrp="1"/>
          </p:cNvSpPr>
          <p:nvPr/>
        </p:nvSpPr>
        <p:spPr>
          <a:xfrm xmlns:a="http://schemas.openxmlformats.org/drawingml/2006/main">
            <a:off x="4524375" y="3667125"/>
            <a:ext cx="1190625" cy="209550"/>
          </a:xfrm>
          <a:prstGeom xmlns:a="http://schemas.openxmlformats.org/drawingml/2006/main" prst="roundRect">
            <a:avLst>
              <a:gd name="adj" fmla="val 36364"/>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0369A1"/>
                </a:solidFill>
                <a:latin typeface="Segoe UI"/>
                <a:ea typeface="Segoe UI"/>
                <a:cs typeface="Segoe UI"/>
              </a:defRPr>
            </a:pPr>
            <a:r>
              <a:rPr sz="825" b="1" i="0">
                <a:solidFill>
                  <a:srgbClr val="0369A1"/>
                </a:solidFill>
                <a:latin typeface="Segoe UI"/>
                <a:ea typeface="Segoe UI"/>
                <a:cs typeface="Segoe UI"/>
              </a:rPr>
              <a:t>FR-03 (UC-03)</a:t>
            </a:r>
          </a:p>
        </p:txBody>
      </p:sp>
      <p:sp>
        <p:nvSpPr>
          <p:cNvPr id="20" name="fr-name-1-1">
            <a:extLst xmlns:a="http://schemas.openxmlformats.org/drawingml/2006/main">
              <a:ext uri="{FF2B5EF4-FFF2-40B4-BE49-F238E27FC236}">
                <a16:creationId xmlns:a16="http://schemas.microsoft.com/office/drawing/2014/main" id="{1B692538-9A09-4944-BCBB-18AA7B6A4DCD}"/>
              </a:ext>
            </a:extLst>
          </p:cNvPr>
          <p:cNvSpPr>
            <a:spLocks xmlns:a="http://schemas.openxmlformats.org/drawingml/2006/main" noGrp="1"/>
          </p:cNvSpPr>
          <p:nvPr/>
        </p:nvSpPr>
        <p:spPr>
          <a:xfrm xmlns:a="http://schemas.openxmlformats.org/drawingml/2006/main">
            <a:off x="4524375" y="3876675"/>
            <a:ext cx="31337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7222"/>
          </a:bodyPr>
          <a:lstStyle xmlns:a="http://schemas.openxmlformats.org/drawingml/2006/main"/>
          <a:p xmlns:a="http://schemas.openxmlformats.org/drawingml/2006/main">
            <a:pPr algn="l">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Làm bài tập tương tác đa dạng</a:t>
            </a:r>
          </a:p>
        </p:txBody>
      </p:sp>
      <p:sp>
        <p:nvSpPr>
          <p:cNvPr id="21" name="fr-item-card-1-2">
            <a:extLst xmlns:a="http://schemas.openxmlformats.org/drawingml/2006/main">
              <a:ext uri="{FF2B5EF4-FFF2-40B4-BE49-F238E27FC236}">
                <a16:creationId xmlns:a16="http://schemas.microsoft.com/office/drawing/2014/main" id="{FB61086D-C281-4C3B-94C2-EF7817749187}"/>
              </a:ext>
            </a:extLst>
          </p:cNvPr>
          <p:cNvSpPr>
            <a:spLocks xmlns:a="http://schemas.openxmlformats.org/drawingml/2006/main" noGrp="1"/>
          </p:cNvSpPr>
          <p:nvPr/>
        </p:nvSpPr>
        <p:spPr>
          <a:xfrm xmlns:a="http://schemas.openxmlformats.org/drawingml/2006/main">
            <a:off x="7848600" y="3609975"/>
            <a:ext cx="3286125"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22" name="fr-code-1-2">
            <a:extLst xmlns:a="http://schemas.openxmlformats.org/drawingml/2006/main">
              <a:ext uri="{FF2B5EF4-FFF2-40B4-BE49-F238E27FC236}">
                <a16:creationId xmlns:a16="http://schemas.microsoft.com/office/drawing/2014/main" id="{E113B39A-728A-4785-8317-49B2D3463139}"/>
              </a:ext>
            </a:extLst>
          </p:cNvPr>
          <p:cNvSpPr>
            <a:spLocks xmlns:a="http://schemas.openxmlformats.org/drawingml/2006/main" noGrp="1"/>
          </p:cNvSpPr>
          <p:nvPr/>
        </p:nvSpPr>
        <p:spPr>
          <a:xfrm xmlns:a="http://schemas.openxmlformats.org/drawingml/2006/main">
            <a:off x="7924800" y="3667125"/>
            <a:ext cx="1190625" cy="209550"/>
          </a:xfrm>
          <a:prstGeom xmlns:a="http://schemas.openxmlformats.org/drawingml/2006/main" prst="roundRect">
            <a:avLst>
              <a:gd name="adj" fmla="val 36364"/>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0369A1"/>
                </a:solidFill>
                <a:latin typeface="Segoe UI"/>
                <a:ea typeface="Segoe UI"/>
                <a:cs typeface="Segoe UI"/>
              </a:defRPr>
            </a:pPr>
            <a:r>
              <a:rPr sz="825" b="1" i="0">
                <a:solidFill>
                  <a:srgbClr val="0369A1"/>
                </a:solidFill>
                <a:latin typeface="Segoe UI"/>
                <a:ea typeface="Segoe UI"/>
                <a:cs typeface="Segoe UI"/>
              </a:rPr>
              <a:t>FR-09 (UC-09)</a:t>
            </a:r>
          </a:p>
        </p:txBody>
      </p:sp>
      <p:sp>
        <p:nvSpPr>
          <p:cNvPr id="23" name="fr-name-1-2">
            <a:extLst xmlns:a="http://schemas.openxmlformats.org/drawingml/2006/main">
              <a:ext uri="{FF2B5EF4-FFF2-40B4-BE49-F238E27FC236}">
                <a16:creationId xmlns:a16="http://schemas.microsoft.com/office/drawing/2014/main" id="{DD6FFE7D-EABB-4073-B4DA-CDB6C37B73B5}"/>
              </a:ext>
            </a:extLst>
          </p:cNvPr>
          <p:cNvSpPr>
            <a:spLocks xmlns:a="http://schemas.openxmlformats.org/drawingml/2006/main" noGrp="1"/>
          </p:cNvSpPr>
          <p:nvPr/>
        </p:nvSpPr>
        <p:spPr>
          <a:xfrm xmlns:a="http://schemas.openxmlformats.org/drawingml/2006/main">
            <a:off x="7924800" y="3876675"/>
            <a:ext cx="31337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7222"/>
          </a:bodyPr>
          <a:lstStyle xmlns:a="http://schemas.openxmlformats.org/drawingml/2006/main"/>
          <a:p xmlns:a="http://schemas.openxmlformats.org/drawingml/2006/main">
            <a:pPr algn="l">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Kiểm tra trình độ đầu vào (Placement)</a:t>
            </a:r>
          </a:p>
        </p:txBody>
      </p:sp>
      <p:sp>
        <p:nvSpPr>
          <p:cNvPr id="24" name="fr-grp-card-2">
            <a:extLst xmlns:a="http://schemas.openxmlformats.org/drawingml/2006/main">
              <a:ext uri="{FF2B5EF4-FFF2-40B4-BE49-F238E27FC236}">
                <a16:creationId xmlns:a16="http://schemas.microsoft.com/office/drawing/2014/main" id="{D39EC6DF-8C48-4F6C-B7D7-B2600E2CE4DD}"/>
              </a:ext>
            </a:extLst>
          </p:cNvPr>
          <p:cNvSpPr>
            <a:spLocks xmlns:a="http://schemas.openxmlformats.org/drawingml/2006/main" noGrp="1"/>
          </p:cNvSpPr>
          <p:nvPr/>
        </p:nvSpPr>
        <p:spPr>
          <a:xfrm xmlns:a="http://schemas.openxmlformats.org/drawingml/2006/main">
            <a:off x="904875" y="4371975"/>
            <a:ext cx="1038225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11430">
            <a:solidFill>
              <a:srgbClr val="E2E8F0"/>
            </a:solidFill>
            <a:prstDash val="solid"/>
          </a:ln>
        </p:spPr>
      </p:sp>
      <p:sp>
        <p:nvSpPr>
          <p:cNvPr id="25" name="fr-grp-tag-2">
            <a:extLst xmlns:a="http://schemas.openxmlformats.org/drawingml/2006/main">
              <a:ext uri="{FF2B5EF4-FFF2-40B4-BE49-F238E27FC236}">
                <a16:creationId xmlns:a16="http://schemas.microsoft.com/office/drawing/2014/main" id="{8E7076DF-EB88-48F7-95BB-5883ABAAFFE2}"/>
              </a:ext>
            </a:extLst>
          </p:cNvPr>
          <p:cNvSpPr>
            <a:spLocks xmlns:a="http://schemas.openxmlformats.org/drawingml/2006/main" noGrp="1"/>
          </p:cNvSpPr>
          <p:nvPr/>
        </p:nvSpPr>
        <p:spPr>
          <a:xfrm xmlns:a="http://schemas.openxmlformats.org/drawingml/2006/main">
            <a:off x="1047750" y="4467225"/>
            <a:ext cx="4191000" cy="247650"/>
          </a:xfrm>
          <a:prstGeom xmlns:a="http://schemas.openxmlformats.org/drawingml/2006/main" prst="roundRect">
            <a:avLst>
              <a:gd name="adj" fmla="val 30769"/>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15803D"/>
                </a:solidFill>
                <a:latin typeface="Segoe UI"/>
                <a:ea typeface="Segoe UI"/>
                <a:cs typeface="Segoe UI"/>
              </a:defRPr>
            </a:pPr>
            <a:r>
              <a:rPr sz="900" b="1" i="0">
                <a:solidFill>
                  <a:srgbClr val="15803D"/>
                </a:solidFill>
                <a:latin typeface="Segoe UI"/>
                <a:ea typeface="Segoe UI"/>
                <a:cs typeface="Segoe UI"/>
              </a:rPr>
              <a:t>Nhóm 3: Ôn tập SRS, Luyện viết tình huống &amp; Động lực học</a:t>
            </a:r>
          </a:p>
        </p:txBody>
      </p:sp>
      <p:sp>
        <p:nvSpPr>
          <p:cNvPr id="26" name="fr-item-card-2-0">
            <a:extLst xmlns:a="http://schemas.openxmlformats.org/drawingml/2006/main">
              <a:ext uri="{FF2B5EF4-FFF2-40B4-BE49-F238E27FC236}">
                <a16:creationId xmlns:a16="http://schemas.microsoft.com/office/drawing/2014/main" id="{CB0F83AD-2D1D-47E4-8AB3-339BA25A5DB7}"/>
              </a:ext>
            </a:extLst>
          </p:cNvPr>
          <p:cNvSpPr>
            <a:spLocks xmlns:a="http://schemas.openxmlformats.org/drawingml/2006/main" noGrp="1"/>
          </p:cNvSpPr>
          <p:nvPr/>
        </p:nvSpPr>
        <p:spPr>
          <a:xfrm xmlns:a="http://schemas.openxmlformats.org/drawingml/2006/main">
            <a:off x="1047750" y="4772025"/>
            <a:ext cx="192405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27" name="fr-code-2-0">
            <a:extLst xmlns:a="http://schemas.openxmlformats.org/drawingml/2006/main">
              <a:ext uri="{FF2B5EF4-FFF2-40B4-BE49-F238E27FC236}">
                <a16:creationId xmlns:a16="http://schemas.microsoft.com/office/drawing/2014/main" id="{89ED0192-B957-4A57-A3BC-8D6C02C180B4}"/>
              </a:ext>
            </a:extLst>
          </p:cNvPr>
          <p:cNvSpPr>
            <a:spLocks xmlns:a="http://schemas.openxmlformats.org/drawingml/2006/main" noGrp="1"/>
          </p:cNvSpPr>
          <p:nvPr/>
        </p:nvSpPr>
        <p:spPr>
          <a:xfrm xmlns:a="http://schemas.openxmlformats.org/drawingml/2006/main">
            <a:off x="1123950" y="4829175"/>
            <a:ext cx="1190625"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15803D"/>
                </a:solidFill>
                <a:latin typeface="Segoe UI"/>
                <a:ea typeface="Segoe UI"/>
                <a:cs typeface="Segoe UI"/>
              </a:defRPr>
            </a:pPr>
            <a:r>
              <a:rPr sz="825" b="1" i="0">
                <a:solidFill>
                  <a:srgbClr val="15803D"/>
                </a:solidFill>
                <a:latin typeface="Segoe UI"/>
                <a:ea typeface="Segoe UI"/>
                <a:cs typeface="Segoe UI"/>
              </a:rPr>
              <a:t>FR-05 (UC-05)</a:t>
            </a:r>
          </a:p>
        </p:txBody>
      </p:sp>
      <p:sp>
        <p:nvSpPr>
          <p:cNvPr id="28" name="fr-name-2-0">
            <a:extLst xmlns:a="http://schemas.openxmlformats.org/drawingml/2006/main">
              <a:ext uri="{FF2B5EF4-FFF2-40B4-BE49-F238E27FC236}">
                <a16:creationId xmlns:a16="http://schemas.microsoft.com/office/drawing/2014/main" id="{CCEF3385-FBE8-4593-B9CD-31B63787CBD3}"/>
              </a:ext>
            </a:extLst>
          </p:cNvPr>
          <p:cNvSpPr>
            <a:spLocks xmlns:a="http://schemas.openxmlformats.org/drawingml/2006/main" noGrp="1"/>
          </p:cNvSpPr>
          <p:nvPr/>
        </p:nvSpPr>
        <p:spPr>
          <a:xfrm xmlns:a="http://schemas.openxmlformats.org/drawingml/2006/main">
            <a:off x="1123950" y="5038725"/>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4254"/>
          </a:bodyPr>
          <a:lstStyle xmlns:a="http://schemas.openxmlformats.org/drawingml/2006/main"/>
          <a:p xmlns:a="http://schemas.openxmlformats.org/drawingml/2006/main">
            <a:pPr algn="l">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Ôn tập từ vựng Spaced Repetition</a:t>
            </a:r>
          </a:p>
        </p:txBody>
      </p:sp>
      <p:sp>
        <p:nvSpPr>
          <p:cNvPr id="29" name="fr-item-card-2-1">
            <a:extLst xmlns:a="http://schemas.openxmlformats.org/drawingml/2006/main">
              <a:ext uri="{FF2B5EF4-FFF2-40B4-BE49-F238E27FC236}">
                <a16:creationId xmlns:a16="http://schemas.microsoft.com/office/drawing/2014/main" id="{CC7D754F-B48C-4E87-A81F-E0235E335BA8}"/>
              </a:ext>
            </a:extLst>
          </p:cNvPr>
          <p:cNvSpPr>
            <a:spLocks xmlns:a="http://schemas.openxmlformats.org/drawingml/2006/main" noGrp="1"/>
          </p:cNvSpPr>
          <p:nvPr/>
        </p:nvSpPr>
        <p:spPr>
          <a:xfrm xmlns:a="http://schemas.openxmlformats.org/drawingml/2006/main">
            <a:off x="3086100" y="4772025"/>
            <a:ext cx="192405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30" name="fr-code-2-1">
            <a:extLst xmlns:a="http://schemas.openxmlformats.org/drawingml/2006/main">
              <a:ext uri="{FF2B5EF4-FFF2-40B4-BE49-F238E27FC236}">
                <a16:creationId xmlns:a16="http://schemas.microsoft.com/office/drawing/2014/main" id="{1B3B0528-E912-475B-9E8B-A482B1B9E5ED}"/>
              </a:ext>
            </a:extLst>
          </p:cNvPr>
          <p:cNvSpPr>
            <a:spLocks xmlns:a="http://schemas.openxmlformats.org/drawingml/2006/main" noGrp="1"/>
          </p:cNvSpPr>
          <p:nvPr/>
        </p:nvSpPr>
        <p:spPr>
          <a:xfrm xmlns:a="http://schemas.openxmlformats.org/drawingml/2006/main">
            <a:off x="3162300" y="4829175"/>
            <a:ext cx="1190625"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15803D"/>
                </a:solidFill>
                <a:latin typeface="Segoe UI"/>
                <a:ea typeface="Segoe UI"/>
                <a:cs typeface="Segoe UI"/>
              </a:defRPr>
            </a:pPr>
            <a:r>
              <a:rPr sz="825" b="1" i="0">
                <a:solidFill>
                  <a:srgbClr val="15803D"/>
                </a:solidFill>
                <a:latin typeface="Segoe UI"/>
                <a:ea typeface="Segoe UI"/>
                <a:cs typeface="Segoe UI"/>
              </a:rPr>
              <a:t>FR-06 (UC-06)</a:t>
            </a:r>
          </a:p>
        </p:txBody>
      </p:sp>
      <p:sp>
        <p:nvSpPr>
          <p:cNvPr id="31" name="fr-name-2-1">
            <a:extLst xmlns:a="http://schemas.openxmlformats.org/drawingml/2006/main">
              <a:ext uri="{FF2B5EF4-FFF2-40B4-BE49-F238E27FC236}">
                <a16:creationId xmlns:a16="http://schemas.microsoft.com/office/drawing/2014/main" id="{69EB4EBA-B061-4855-88A9-2E926BE7859F}"/>
              </a:ext>
            </a:extLst>
          </p:cNvPr>
          <p:cNvSpPr>
            <a:spLocks xmlns:a="http://schemas.openxmlformats.org/drawingml/2006/main" noGrp="1"/>
          </p:cNvSpPr>
          <p:nvPr/>
        </p:nvSpPr>
        <p:spPr>
          <a:xfrm xmlns:a="http://schemas.openxmlformats.org/drawingml/2006/main">
            <a:off x="3162300" y="5038725"/>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7222"/>
          </a:bodyPr>
          <a:lstStyle xmlns:a="http://schemas.openxmlformats.org/drawingml/2006/main"/>
          <a:p xmlns:a="http://schemas.openxmlformats.org/drawingml/2006/main">
            <a:pPr algn="l">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Luyện viết câu theo tình huống</a:t>
            </a:r>
          </a:p>
        </p:txBody>
      </p:sp>
      <p:sp>
        <p:nvSpPr>
          <p:cNvPr id="32" name="fr-item-card-2-2">
            <a:extLst xmlns:a="http://schemas.openxmlformats.org/drawingml/2006/main">
              <a:ext uri="{FF2B5EF4-FFF2-40B4-BE49-F238E27FC236}">
                <a16:creationId xmlns:a16="http://schemas.microsoft.com/office/drawing/2014/main" id="{33C6A8DA-0E80-4970-81F3-2F5445B192BC}"/>
              </a:ext>
            </a:extLst>
          </p:cNvPr>
          <p:cNvSpPr>
            <a:spLocks xmlns:a="http://schemas.openxmlformats.org/drawingml/2006/main" noGrp="1"/>
          </p:cNvSpPr>
          <p:nvPr/>
        </p:nvSpPr>
        <p:spPr>
          <a:xfrm xmlns:a="http://schemas.openxmlformats.org/drawingml/2006/main">
            <a:off x="5124450" y="4772025"/>
            <a:ext cx="192405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33" name="fr-code-2-2">
            <a:extLst xmlns:a="http://schemas.openxmlformats.org/drawingml/2006/main">
              <a:ext uri="{FF2B5EF4-FFF2-40B4-BE49-F238E27FC236}">
                <a16:creationId xmlns:a16="http://schemas.microsoft.com/office/drawing/2014/main" id="{D4FE7589-4322-4C00-B761-044F022A99B7}"/>
              </a:ext>
            </a:extLst>
          </p:cNvPr>
          <p:cNvSpPr>
            <a:spLocks xmlns:a="http://schemas.openxmlformats.org/drawingml/2006/main" noGrp="1"/>
          </p:cNvSpPr>
          <p:nvPr/>
        </p:nvSpPr>
        <p:spPr>
          <a:xfrm xmlns:a="http://schemas.openxmlformats.org/drawingml/2006/main">
            <a:off x="5200650" y="4829175"/>
            <a:ext cx="1190625"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15803D"/>
                </a:solidFill>
                <a:latin typeface="Segoe UI"/>
                <a:ea typeface="Segoe UI"/>
                <a:cs typeface="Segoe UI"/>
              </a:defRPr>
            </a:pPr>
            <a:r>
              <a:rPr sz="825" b="1" i="0">
                <a:solidFill>
                  <a:srgbClr val="15803D"/>
                </a:solidFill>
                <a:latin typeface="Segoe UI"/>
                <a:ea typeface="Segoe UI"/>
                <a:cs typeface="Segoe UI"/>
              </a:rPr>
              <a:t>FR-07 (UC-07)</a:t>
            </a:r>
          </a:p>
        </p:txBody>
      </p:sp>
      <p:sp>
        <p:nvSpPr>
          <p:cNvPr id="34" name="fr-name-2-2">
            <a:extLst xmlns:a="http://schemas.openxmlformats.org/drawingml/2006/main">
              <a:ext uri="{FF2B5EF4-FFF2-40B4-BE49-F238E27FC236}">
                <a16:creationId xmlns:a16="http://schemas.microsoft.com/office/drawing/2014/main" id="{71D58747-9695-4443-8A8D-FF0714A07875}"/>
              </a:ext>
            </a:extLst>
          </p:cNvPr>
          <p:cNvSpPr>
            <a:spLocks xmlns:a="http://schemas.openxmlformats.org/drawingml/2006/main" noGrp="1"/>
          </p:cNvSpPr>
          <p:nvPr/>
        </p:nvSpPr>
        <p:spPr>
          <a:xfrm xmlns:a="http://schemas.openxmlformats.org/drawingml/2006/main">
            <a:off x="5200650" y="5038725"/>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9604"/>
          </a:bodyPr>
          <a:lstStyle xmlns:a="http://schemas.openxmlformats.org/drawingml/2006/main"/>
          <a:p xmlns:a="http://schemas.openxmlformats.org/drawingml/2006/main">
            <a:pPr algn="l">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Theo dõi tiến độ, Streak &amp; Mục tiêu</a:t>
            </a:r>
          </a:p>
        </p:txBody>
      </p:sp>
      <p:sp>
        <p:nvSpPr>
          <p:cNvPr id="35" name="fr-item-card-2-3">
            <a:extLst xmlns:a="http://schemas.openxmlformats.org/drawingml/2006/main">
              <a:ext uri="{FF2B5EF4-FFF2-40B4-BE49-F238E27FC236}">
                <a16:creationId xmlns:a16="http://schemas.microsoft.com/office/drawing/2014/main" id="{490A6EAD-D5B4-4CF6-9804-8B6CAF89430C}"/>
              </a:ext>
            </a:extLst>
          </p:cNvPr>
          <p:cNvSpPr>
            <a:spLocks xmlns:a="http://schemas.openxmlformats.org/drawingml/2006/main" noGrp="1"/>
          </p:cNvSpPr>
          <p:nvPr/>
        </p:nvSpPr>
        <p:spPr>
          <a:xfrm xmlns:a="http://schemas.openxmlformats.org/drawingml/2006/main">
            <a:off x="7162800" y="4772025"/>
            <a:ext cx="192405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36" name="fr-code-2-3">
            <a:extLst xmlns:a="http://schemas.openxmlformats.org/drawingml/2006/main">
              <a:ext uri="{FF2B5EF4-FFF2-40B4-BE49-F238E27FC236}">
                <a16:creationId xmlns:a16="http://schemas.microsoft.com/office/drawing/2014/main" id="{C3320A0C-E1EB-4B6A-84AD-7B4B2F80BB91}"/>
              </a:ext>
            </a:extLst>
          </p:cNvPr>
          <p:cNvSpPr>
            <a:spLocks xmlns:a="http://schemas.openxmlformats.org/drawingml/2006/main" noGrp="1"/>
          </p:cNvSpPr>
          <p:nvPr/>
        </p:nvSpPr>
        <p:spPr>
          <a:xfrm xmlns:a="http://schemas.openxmlformats.org/drawingml/2006/main">
            <a:off x="7239000" y="4829175"/>
            <a:ext cx="1190625"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15803D"/>
                </a:solidFill>
                <a:latin typeface="Segoe UI"/>
                <a:ea typeface="Segoe UI"/>
                <a:cs typeface="Segoe UI"/>
              </a:defRPr>
            </a:pPr>
            <a:r>
              <a:rPr sz="825" b="1" i="0">
                <a:solidFill>
                  <a:srgbClr val="15803D"/>
                </a:solidFill>
                <a:latin typeface="Segoe UI"/>
                <a:ea typeface="Segoe UI"/>
                <a:cs typeface="Segoe UI"/>
              </a:rPr>
              <a:t>FR-08 (UC-08)</a:t>
            </a:r>
          </a:p>
        </p:txBody>
      </p:sp>
      <p:sp>
        <p:nvSpPr>
          <p:cNvPr id="37" name="fr-name-2-3">
            <a:extLst xmlns:a="http://schemas.openxmlformats.org/drawingml/2006/main">
              <a:ext uri="{FF2B5EF4-FFF2-40B4-BE49-F238E27FC236}">
                <a16:creationId xmlns:a16="http://schemas.microsoft.com/office/drawing/2014/main" id="{2787F60D-E5C8-4B78-A68A-5F66ABE5951A}"/>
              </a:ext>
            </a:extLst>
          </p:cNvPr>
          <p:cNvSpPr>
            <a:spLocks xmlns:a="http://schemas.openxmlformats.org/drawingml/2006/main" noGrp="1"/>
          </p:cNvSpPr>
          <p:nvPr/>
        </p:nvSpPr>
        <p:spPr>
          <a:xfrm xmlns:a="http://schemas.openxmlformats.org/drawingml/2006/main">
            <a:off x="7239000" y="5038725"/>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3654"/>
          </a:bodyPr>
          <a:lstStyle xmlns:a="http://schemas.openxmlformats.org/drawingml/2006/main"/>
          <a:p xmlns:a="http://schemas.openxmlformats.org/drawingml/2006/main">
            <a:pPr algn="l">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Nhắc nhở học tập trong ứng dụng</a:t>
            </a:r>
          </a:p>
        </p:txBody>
      </p:sp>
      <p:sp>
        <p:nvSpPr>
          <p:cNvPr id="38" name="fr-item-card-2-4">
            <a:extLst xmlns:a="http://schemas.openxmlformats.org/drawingml/2006/main">
              <a:ext uri="{FF2B5EF4-FFF2-40B4-BE49-F238E27FC236}">
                <a16:creationId xmlns:a16="http://schemas.microsoft.com/office/drawing/2014/main" id="{BB613374-93C2-47B2-9228-0B91495EE5D7}"/>
              </a:ext>
            </a:extLst>
          </p:cNvPr>
          <p:cNvSpPr>
            <a:spLocks xmlns:a="http://schemas.openxmlformats.org/drawingml/2006/main" noGrp="1"/>
          </p:cNvSpPr>
          <p:nvPr/>
        </p:nvSpPr>
        <p:spPr>
          <a:xfrm xmlns:a="http://schemas.openxmlformats.org/drawingml/2006/main">
            <a:off x="9201150" y="4772025"/>
            <a:ext cx="192405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E2E8F0"/>
            </a:solidFill>
            <a:prstDash val="solid"/>
          </a:ln>
        </p:spPr>
      </p:sp>
      <p:sp>
        <p:nvSpPr>
          <p:cNvPr id="39" name="fr-code-2-4">
            <a:extLst xmlns:a="http://schemas.openxmlformats.org/drawingml/2006/main">
              <a:ext uri="{FF2B5EF4-FFF2-40B4-BE49-F238E27FC236}">
                <a16:creationId xmlns:a16="http://schemas.microsoft.com/office/drawing/2014/main" id="{E3B1133C-0EB4-4780-9E99-07E41D6F6CAB}"/>
              </a:ext>
            </a:extLst>
          </p:cNvPr>
          <p:cNvSpPr>
            <a:spLocks xmlns:a="http://schemas.openxmlformats.org/drawingml/2006/main" noGrp="1"/>
          </p:cNvSpPr>
          <p:nvPr/>
        </p:nvSpPr>
        <p:spPr>
          <a:xfrm xmlns:a="http://schemas.openxmlformats.org/drawingml/2006/main">
            <a:off x="9277350" y="4829175"/>
            <a:ext cx="1190625"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15803D"/>
                </a:solidFill>
                <a:latin typeface="Segoe UI"/>
                <a:ea typeface="Segoe UI"/>
                <a:cs typeface="Segoe UI"/>
              </a:defRPr>
            </a:pPr>
            <a:r>
              <a:rPr sz="825" b="1" i="0">
                <a:solidFill>
                  <a:srgbClr val="15803D"/>
                </a:solidFill>
                <a:latin typeface="Segoe UI"/>
                <a:ea typeface="Segoe UI"/>
                <a:cs typeface="Segoe UI"/>
              </a:rPr>
              <a:t>FR-10 (UC-10)</a:t>
            </a:r>
          </a:p>
        </p:txBody>
      </p:sp>
      <p:sp>
        <p:nvSpPr>
          <p:cNvPr id="40" name="fr-name-2-4">
            <a:extLst xmlns:a="http://schemas.openxmlformats.org/drawingml/2006/main">
              <a:ext uri="{FF2B5EF4-FFF2-40B4-BE49-F238E27FC236}">
                <a16:creationId xmlns:a16="http://schemas.microsoft.com/office/drawing/2014/main" id="{EB77CA17-0F7B-44D9-866E-5B1ACACD9213}"/>
              </a:ext>
            </a:extLst>
          </p:cNvPr>
          <p:cNvSpPr>
            <a:spLocks xmlns:a="http://schemas.openxmlformats.org/drawingml/2006/main" noGrp="1"/>
          </p:cNvSpPr>
          <p:nvPr/>
        </p:nvSpPr>
        <p:spPr>
          <a:xfrm xmlns:a="http://schemas.openxmlformats.org/drawingml/2006/main">
            <a:off x="9277350" y="5038725"/>
            <a:ext cx="1771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4637"/>
          </a:bodyPr>
          <a:lstStyle xmlns:a="http://schemas.openxmlformats.org/drawingml/2006/main"/>
          <a:p xmlns:a="http://schemas.openxmlformats.org/drawingml/2006/main">
            <a:pPr algn="l">
              <a:buNone/>
              <a:defRPr sz="900" b="1" i="0">
                <a:solidFill>
                  <a:srgbClr val="1E293B"/>
                </a:solidFill>
                <a:latin typeface="Segoe UI"/>
                <a:ea typeface="Segoe UI"/>
                <a:cs typeface="Segoe UI"/>
              </a:defRPr>
            </a:pPr>
            <a:r>
              <a:rPr sz="900" b="1" i="0">
                <a:solidFill>
                  <a:srgbClr val="1E293B"/>
                </a:solidFill>
                <a:latin typeface="Segoe UI"/>
                <a:ea typeface="Segoe UI"/>
                <a:cs typeface="Segoe UI"/>
              </a:rPr>
              <a:t>Hệ thống huy hiệu thành tích cá nhân</a:t>
            </a:r>
          </a:p>
        </p:txBody>
      </p:sp>
    </p:spTree>
    <p:extLst>
      <p:ext uri="{BB962C8B-B14F-4D97-AF65-F5344CB8AC3E}">
        <p14:creationId xmlns:p14="http://schemas.microsoft.com/office/powerpoint/2010/main" val="190693520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8"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7">
            <a:extLst xmlns:a="http://schemas.openxmlformats.org/drawingml/2006/main">
              <a:ext uri="{FF2B5EF4-FFF2-40B4-BE49-F238E27FC236}">
                <a16:creationId xmlns:a16="http://schemas.microsoft.com/office/drawing/2014/main" id="{D8F2807B-75D3-4916-B8E9-110F2795951C}"/>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YÊU CẦU PHI CHỨC NĂNG</a:t>
            </a:r>
          </a:p>
        </p:txBody>
      </p:sp>
      <p:sp>
        <p:nvSpPr>
          <p:cNvPr id="3" name="title-17">
            <a:extLst xmlns:a="http://schemas.openxmlformats.org/drawingml/2006/main">
              <a:ext uri="{FF2B5EF4-FFF2-40B4-BE49-F238E27FC236}">
                <a16:creationId xmlns:a16="http://schemas.microsoft.com/office/drawing/2014/main" id="{83015118-7B1F-4A19-915A-254C458E9CB1}"/>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1800" b="1" i="0">
                <a:solidFill>
                  <a:srgbClr val="2D1976"/>
                </a:solidFill>
                <a:latin typeface="Segoe UI"/>
                <a:ea typeface="Segoe UI"/>
                <a:cs typeface="Segoe UI"/>
              </a:defRPr>
            </a:pPr>
            <a:r>
              <a:rPr sz="1800" b="1" i="0">
                <a:solidFill>
                  <a:srgbClr val="2D1976"/>
                </a:solidFill>
                <a:latin typeface="Segoe UI"/>
                <a:ea typeface="Segoe UI"/>
                <a:cs typeface="Segoe UI"/>
              </a:rPr>
              <a:t>ĐẶC TẢ YÊU CẦU PHI CHỨC NĂNG (NFR) &amp; BẢO MẬT</a:t>
            </a:r>
          </a:p>
        </p:txBody>
      </p:sp>
      <p:sp>
        <p:nvSpPr>
          <p:cNvPr id="4" name="rule-17">
            <a:extLst xmlns:a="http://schemas.openxmlformats.org/drawingml/2006/main">
              <a:ext uri="{FF2B5EF4-FFF2-40B4-BE49-F238E27FC236}">
                <a16:creationId xmlns:a16="http://schemas.microsoft.com/office/drawing/2014/main" id="{3B9FE4E7-CEB1-4A68-863D-0A6F06239269}"/>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nf-card-0">
            <a:extLst xmlns:a="http://schemas.openxmlformats.org/drawingml/2006/main">
              <a:ext uri="{FF2B5EF4-FFF2-40B4-BE49-F238E27FC236}">
                <a16:creationId xmlns:a16="http://schemas.microsoft.com/office/drawing/2014/main" id="{5DF07BDB-DDEB-4981-AC34-D0A463CFD847}"/>
              </a:ext>
            </a:extLst>
          </p:cNvPr>
          <p:cNvSpPr>
            <a:spLocks xmlns:a="http://schemas.openxmlformats.org/drawingml/2006/main" noGrp="1"/>
          </p:cNvSpPr>
          <p:nvPr/>
        </p:nvSpPr>
        <p:spPr>
          <a:xfrm xmlns:a="http://schemas.openxmlformats.org/drawingml/2006/main">
            <a:off x="904875" y="2047875"/>
            <a:ext cx="60007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1430">
            <a:solidFill>
              <a:srgbClr val="E2E8F0"/>
            </a:solidFill>
            <a:prstDash val="solid"/>
          </a:ln>
        </p:spPr>
      </p:sp>
      <p:sp>
        <p:nvSpPr>
          <p:cNvPr id="6" name="nf-code-0">
            <a:extLst xmlns:a="http://schemas.openxmlformats.org/drawingml/2006/main">
              <a:ext uri="{FF2B5EF4-FFF2-40B4-BE49-F238E27FC236}">
                <a16:creationId xmlns:a16="http://schemas.microsoft.com/office/drawing/2014/main" id="{9912634E-6D29-4C89-B1F5-D5F5CA502394}"/>
              </a:ext>
            </a:extLst>
          </p:cNvPr>
          <p:cNvSpPr>
            <a:spLocks xmlns:a="http://schemas.openxmlformats.org/drawingml/2006/main" noGrp="1"/>
          </p:cNvSpPr>
          <p:nvPr/>
        </p:nvSpPr>
        <p:spPr>
          <a:xfrm xmlns:a="http://schemas.openxmlformats.org/drawingml/2006/main">
            <a:off x="1000125" y="2143125"/>
            <a:ext cx="10477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NFR-PERF</a:t>
            </a:r>
          </a:p>
        </p:txBody>
      </p:sp>
      <p:sp>
        <p:nvSpPr>
          <p:cNvPr id="7" name="nf-name-0">
            <a:extLst xmlns:a="http://schemas.openxmlformats.org/drawingml/2006/main">
              <a:ext uri="{FF2B5EF4-FFF2-40B4-BE49-F238E27FC236}">
                <a16:creationId xmlns:a16="http://schemas.microsoft.com/office/drawing/2014/main" id="{57B3BAA2-B900-45AD-86C5-4C87107E0BB3}"/>
              </a:ext>
            </a:extLst>
          </p:cNvPr>
          <p:cNvSpPr>
            <a:spLocks xmlns:a="http://schemas.openxmlformats.org/drawingml/2006/main" noGrp="1"/>
          </p:cNvSpPr>
          <p:nvPr/>
        </p:nvSpPr>
        <p:spPr>
          <a:xfrm xmlns:a="http://schemas.openxmlformats.org/drawingml/2006/main">
            <a:off x="2143125" y="2124075"/>
            <a:ext cx="466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buNone/>
              <a:defRPr sz="1050" b="1" i="0">
                <a:solidFill>
                  <a:srgbClr val="2D1976"/>
                </a:solidFill>
                <a:latin typeface="Segoe UI"/>
                <a:ea typeface="Segoe UI"/>
                <a:cs typeface="Segoe UI"/>
              </a:defRPr>
            </a:pPr>
            <a:r>
              <a:rPr sz="1050" b="1" i="0">
                <a:solidFill>
                  <a:srgbClr val="2D1976"/>
                </a:solidFill>
                <a:latin typeface="Segoe UI"/>
                <a:ea typeface="Segoe UI"/>
                <a:cs typeface="Segoe UI"/>
              </a:rPr>
              <a:t>Hiệu năng &amp; Phản hồi</a:t>
            </a:r>
          </a:p>
        </p:txBody>
      </p:sp>
      <p:sp>
        <p:nvSpPr>
          <p:cNvPr id="8" name="nf-spec-0">
            <a:extLst xmlns:a="http://schemas.openxmlformats.org/drawingml/2006/main">
              <a:ext uri="{FF2B5EF4-FFF2-40B4-BE49-F238E27FC236}">
                <a16:creationId xmlns:a16="http://schemas.microsoft.com/office/drawing/2014/main" id="{6BD61B9D-0008-4AE2-8EB8-58CAA9D959B9}"/>
              </a:ext>
            </a:extLst>
          </p:cNvPr>
          <p:cNvSpPr>
            <a:spLocks xmlns:a="http://schemas.openxmlformats.org/drawingml/2006/main" noGrp="1"/>
          </p:cNvSpPr>
          <p:nvPr/>
        </p:nvSpPr>
        <p:spPr>
          <a:xfrm xmlns:a="http://schemas.openxmlformats.org/drawingml/2006/main">
            <a:off x="1000125" y="2390775"/>
            <a:ext cx="576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buNone/>
              <a:defRPr sz="900" b="0" i="0">
                <a:solidFill>
                  <a:srgbClr val="475569"/>
                </a:solidFill>
                <a:latin typeface="Segoe UI"/>
                <a:ea typeface="Segoe UI"/>
                <a:cs typeface="Segoe UI"/>
              </a:defRPr>
            </a:pPr>
            <a:r>
              <a:rPr sz="900" b="0" i="0">
                <a:solidFill>
                  <a:srgbClr val="475569"/>
                </a:solidFill>
                <a:latin typeface="Segoe UI"/>
                <a:ea typeface="Segoe UI"/>
                <a:cs typeface="Segoe UI"/>
              </a:rPr>
              <a:t>Tải bài học và Flashcard &lt; 500ms; phản hồi kiểm tra bài tập tương tác tức thì.</a:t>
            </a:r>
          </a:p>
        </p:txBody>
      </p:sp>
      <p:sp>
        <p:nvSpPr>
          <p:cNvPr id="9" name="nf-card-1">
            <a:extLst xmlns:a="http://schemas.openxmlformats.org/drawingml/2006/main">
              <a:ext uri="{FF2B5EF4-FFF2-40B4-BE49-F238E27FC236}">
                <a16:creationId xmlns:a16="http://schemas.microsoft.com/office/drawing/2014/main" id="{16171597-CAEA-4C2B-93A3-3974D3661C42}"/>
              </a:ext>
            </a:extLst>
          </p:cNvPr>
          <p:cNvSpPr>
            <a:spLocks xmlns:a="http://schemas.openxmlformats.org/drawingml/2006/main" noGrp="1"/>
          </p:cNvSpPr>
          <p:nvPr/>
        </p:nvSpPr>
        <p:spPr>
          <a:xfrm xmlns:a="http://schemas.openxmlformats.org/drawingml/2006/main">
            <a:off x="904875" y="2733675"/>
            <a:ext cx="60007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1430">
            <a:solidFill>
              <a:srgbClr val="E2E8F0"/>
            </a:solidFill>
            <a:prstDash val="solid"/>
          </a:ln>
        </p:spPr>
      </p:sp>
      <p:sp>
        <p:nvSpPr>
          <p:cNvPr id="10" name="nf-code-1">
            <a:extLst xmlns:a="http://schemas.openxmlformats.org/drawingml/2006/main">
              <a:ext uri="{FF2B5EF4-FFF2-40B4-BE49-F238E27FC236}">
                <a16:creationId xmlns:a16="http://schemas.microsoft.com/office/drawing/2014/main" id="{DB67BD8B-F5D4-45F8-85DC-4B630FDC1CAE}"/>
              </a:ext>
            </a:extLst>
          </p:cNvPr>
          <p:cNvSpPr>
            <a:spLocks xmlns:a="http://schemas.openxmlformats.org/drawingml/2006/main" noGrp="1"/>
          </p:cNvSpPr>
          <p:nvPr/>
        </p:nvSpPr>
        <p:spPr>
          <a:xfrm xmlns:a="http://schemas.openxmlformats.org/drawingml/2006/main">
            <a:off x="1000125" y="2828925"/>
            <a:ext cx="10477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NFR-SEC</a:t>
            </a:r>
          </a:p>
        </p:txBody>
      </p:sp>
      <p:sp>
        <p:nvSpPr>
          <p:cNvPr id="11" name="nf-name-1">
            <a:extLst xmlns:a="http://schemas.openxmlformats.org/drawingml/2006/main">
              <a:ext uri="{FF2B5EF4-FFF2-40B4-BE49-F238E27FC236}">
                <a16:creationId xmlns:a16="http://schemas.microsoft.com/office/drawing/2014/main" id="{D46F28C0-3337-4D13-8CF7-850F2FEC777A}"/>
              </a:ext>
            </a:extLst>
          </p:cNvPr>
          <p:cNvSpPr>
            <a:spLocks xmlns:a="http://schemas.openxmlformats.org/drawingml/2006/main" noGrp="1"/>
          </p:cNvSpPr>
          <p:nvPr/>
        </p:nvSpPr>
        <p:spPr>
          <a:xfrm xmlns:a="http://schemas.openxmlformats.org/drawingml/2006/main">
            <a:off x="2143125" y="2809875"/>
            <a:ext cx="466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buNone/>
              <a:defRPr sz="1050" b="1" i="0">
                <a:solidFill>
                  <a:srgbClr val="2D1976"/>
                </a:solidFill>
                <a:latin typeface="Segoe UI"/>
                <a:ea typeface="Segoe UI"/>
                <a:cs typeface="Segoe UI"/>
              </a:defRPr>
            </a:pPr>
            <a:r>
              <a:rPr sz="1050" b="1" i="0">
                <a:solidFill>
                  <a:srgbClr val="2D1976"/>
                </a:solidFill>
                <a:latin typeface="Segoe UI"/>
                <a:ea typeface="Segoe UI"/>
                <a:cs typeface="Segoe UI"/>
              </a:rPr>
              <a:t>Bảo mật &amp; RLS Data</a:t>
            </a:r>
          </a:p>
        </p:txBody>
      </p:sp>
      <p:sp>
        <p:nvSpPr>
          <p:cNvPr id="12" name="nf-spec-1">
            <a:extLst xmlns:a="http://schemas.openxmlformats.org/drawingml/2006/main">
              <a:ext uri="{FF2B5EF4-FFF2-40B4-BE49-F238E27FC236}">
                <a16:creationId xmlns:a16="http://schemas.microsoft.com/office/drawing/2014/main" id="{371795D0-AB19-4E30-8B33-C383BAD66529}"/>
              </a:ext>
            </a:extLst>
          </p:cNvPr>
          <p:cNvSpPr>
            <a:spLocks xmlns:a="http://schemas.openxmlformats.org/drawingml/2006/main" noGrp="1"/>
          </p:cNvSpPr>
          <p:nvPr/>
        </p:nvSpPr>
        <p:spPr>
          <a:xfrm xmlns:a="http://schemas.openxmlformats.org/drawingml/2006/main">
            <a:off x="1000125" y="3076575"/>
            <a:ext cx="576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buNone/>
              <a:defRPr sz="900" b="0" i="0">
                <a:solidFill>
                  <a:srgbClr val="475569"/>
                </a:solidFill>
                <a:latin typeface="Segoe UI"/>
                <a:ea typeface="Segoe UI"/>
                <a:cs typeface="Segoe UI"/>
              </a:defRPr>
            </a:pPr>
            <a:r>
              <a:rPr sz="900" b="0" i="0">
                <a:solidFill>
                  <a:srgbClr val="475569"/>
                </a:solidFill>
                <a:latin typeface="Segoe UI"/>
                <a:ea typeface="Segoe UI"/>
                <a:cs typeface="Segoe UI"/>
              </a:rPr>
              <a:t>Phân quyền Row-Level Security nghiêm ngặt; bảo vệ dữ liệu người học theo định danh UUID.</a:t>
            </a:r>
          </a:p>
        </p:txBody>
      </p:sp>
      <p:sp>
        <p:nvSpPr>
          <p:cNvPr id="13" name="nf-card-2">
            <a:extLst xmlns:a="http://schemas.openxmlformats.org/drawingml/2006/main">
              <a:ext uri="{FF2B5EF4-FFF2-40B4-BE49-F238E27FC236}">
                <a16:creationId xmlns:a16="http://schemas.microsoft.com/office/drawing/2014/main" id="{AFBD9C6B-7E65-4218-BDB0-5C302D070C7B}"/>
              </a:ext>
            </a:extLst>
          </p:cNvPr>
          <p:cNvSpPr>
            <a:spLocks xmlns:a="http://schemas.openxmlformats.org/drawingml/2006/main" noGrp="1"/>
          </p:cNvSpPr>
          <p:nvPr/>
        </p:nvSpPr>
        <p:spPr>
          <a:xfrm xmlns:a="http://schemas.openxmlformats.org/drawingml/2006/main">
            <a:off x="904875" y="3419475"/>
            <a:ext cx="60007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1430">
            <a:solidFill>
              <a:srgbClr val="E2E8F0"/>
            </a:solidFill>
            <a:prstDash val="solid"/>
          </a:ln>
        </p:spPr>
      </p:sp>
      <p:sp>
        <p:nvSpPr>
          <p:cNvPr id="14" name="nf-code-2">
            <a:extLst xmlns:a="http://schemas.openxmlformats.org/drawingml/2006/main">
              <a:ext uri="{FF2B5EF4-FFF2-40B4-BE49-F238E27FC236}">
                <a16:creationId xmlns:a16="http://schemas.microsoft.com/office/drawing/2014/main" id="{275E59E8-1785-42E2-9DF4-9160B55E02A6}"/>
              </a:ext>
            </a:extLst>
          </p:cNvPr>
          <p:cNvSpPr>
            <a:spLocks xmlns:a="http://schemas.openxmlformats.org/drawingml/2006/main" noGrp="1"/>
          </p:cNvSpPr>
          <p:nvPr/>
        </p:nvSpPr>
        <p:spPr>
          <a:xfrm xmlns:a="http://schemas.openxmlformats.org/drawingml/2006/main">
            <a:off x="1000125" y="3514725"/>
            <a:ext cx="10477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NFR-REL</a:t>
            </a:r>
          </a:p>
        </p:txBody>
      </p:sp>
      <p:sp>
        <p:nvSpPr>
          <p:cNvPr id="15" name="nf-name-2">
            <a:extLst xmlns:a="http://schemas.openxmlformats.org/drawingml/2006/main">
              <a:ext uri="{FF2B5EF4-FFF2-40B4-BE49-F238E27FC236}">
                <a16:creationId xmlns:a16="http://schemas.microsoft.com/office/drawing/2014/main" id="{19B663BC-A661-450A-8D3E-FE5C2B51DD67}"/>
              </a:ext>
            </a:extLst>
          </p:cNvPr>
          <p:cNvSpPr>
            <a:spLocks xmlns:a="http://schemas.openxmlformats.org/drawingml/2006/main" noGrp="1"/>
          </p:cNvSpPr>
          <p:nvPr/>
        </p:nvSpPr>
        <p:spPr>
          <a:xfrm xmlns:a="http://schemas.openxmlformats.org/drawingml/2006/main">
            <a:off x="2143125" y="3495675"/>
            <a:ext cx="466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buNone/>
              <a:defRPr sz="1050" b="1" i="0">
                <a:solidFill>
                  <a:srgbClr val="2D1976"/>
                </a:solidFill>
                <a:latin typeface="Segoe UI"/>
                <a:ea typeface="Segoe UI"/>
                <a:cs typeface="Segoe UI"/>
              </a:defRPr>
            </a:pPr>
            <a:r>
              <a:rPr sz="1050" b="1" i="0">
                <a:solidFill>
                  <a:srgbClr val="2D1976"/>
                </a:solidFill>
                <a:latin typeface="Segoe UI"/>
                <a:ea typeface="Segoe UI"/>
                <a:cs typeface="Segoe UI"/>
              </a:rPr>
              <a:t>Tính sẵn sàng &amp; Ổn định</a:t>
            </a:r>
          </a:p>
        </p:txBody>
      </p:sp>
      <p:sp>
        <p:nvSpPr>
          <p:cNvPr id="16" name="nf-spec-2">
            <a:extLst xmlns:a="http://schemas.openxmlformats.org/drawingml/2006/main">
              <a:ext uri="{FF2B5EF4-FFF2-40B4-BE49-F238E27FC236}">
                <a16:creationId xmlns:a16="http://schemas.microsoft.com/office/drawing/2014/main" id="{C4B3107C-6C90-4E6F-B232-0D296D5835A5}"/>
              </a:ext>
            </a:extLst>
          </p:cNvPr>
          <p:cNvSpPr>
            <a:spLocks xmlns:a="http://schemas.openxmlformats.org/drawingml/2006/main" noGrp="1"/>
          </p:cNvSpPr>
          <p:nvPr/>
        </p:nvSpPr>
        <p:spPr>
          <a:xfrm xmlns:a="http://schemas.openxmlformats.org/drawingml/2006/main">
            <a:off x="1000125" y="3762375"/>
            <a:ext cx="576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buNone/>
              <a:defRPr sz="900" b="0" i="0">
                <a:solidFill>
                  <a:srgbClr val="475569"/>
                </a:solidFill>
                <a:latin typeface="Segoe UI"/>
                <a:ea typeface="Segoe UI"/>
                <a:cs typeface="Segoe UI"/>
              </a:defRPr>
            </a:pPr>
            <a:r>
              <a:rPr sz="900" b="0" i="0">
                <a:solidFill>
                  <a:srgbClr val="475569"/>
                </a:solidFill>
                <a:latin typeface="Segoe UI"/>
                <a:ea typeface="Segoe UI"/>
                <a:cs typeface="Segoe UI"/>
              </a:rPr>
              <a:t>Hệ thống đáp ứng học tập 24/7; hỗ trợ chế độ offline-resilient khi ôn tập Flashcard.</a:t>
            </a:r>
          </a:p>
        </p:txBody>
      </p:sp>
      <p:sp>
        <p:nvSpPr>
          <p:cNvPr id="17" name="nf-card-3">
            <a:extLst xmlns:a="http://schemas.openxmlformats.org/drawingml/2006/main">
              <a:ext uri="{FF2B5EF4-FFF2-40B4-BE49-F238E27FC236}">
                <a16:creationId xmlns:a16="http://schemas.microsoft.com/office/drawing/2014/main" id="{59F33279-055C-447F-802F-E82FEBF44708}"/>
              </a:ext>
            </a:extLst>
          </p:cNvPr>
          <p:cNvSpPr>
            <a:spLocks xmlns:a="http://schemas.openxmlformats.org/drawingml/2006/main" noGrp="1"/>
          </p:cNvSpPr>
          <p:nvPr/>
        </p:nvSpPr>
        <p:spPr>
          <a:xfrm xmlns:a="http://schemas.openxmlformats.org/drawingml/2006/main">
            <a:off x="904875" y="4105275"/>
            <a:ext cx="60007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1430">
            <a:solidFill>
              <a:srgbClr val="E2E8F0"/>
            </a:solidFill>
            <a:prstDash val="solid"/>
          </a:ln>
        </p:spPr>
      </p:sp>
      <p:sp>
        <p:nvSpPr>
          <p:cNvPr id="18" name="nf-code-3">
            <a:extLst xmlns:a="http://schemas.openxmlformats.org/drawingml/2006/main">
              <a:ext uri="{FF2B5EF4-FFF2-40B4-BE49-F238E27FC236}">
                <a16:creationId xmlns:a16="http://schemas.microsoft.com/office/drawing/2014/main" id="{67777175-C3B6-403A-82D7-1F83EC09B167}"/>
              </a:ext>
            </a:extLst>
          </p:cNvPr>
          <p:cNvSpPr>
            <a:spLocks xmlns:a="http://schemas.openxmlformats.org/drawingml/2006/main" noGrp="1"/>
          </p:cNvSpPr>
          <p:nvPr/>
        </p:nvSpPr>
        <p:spPr>
          <a:xfrm xmlns:a="http://schemas.openxmlformats.org/drawingml/2006/main">
            <a:off x="1000125" y="4200525"/>
            <a:ext cx="10477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NFR-I18N</a:t>
            </a:r>
          </a:p>
        </p:txBody>
      </p:sp>
      <p:sp>
        <p:nvSpPr>
          <p:cNvPr id="19" name="nf-name-3">
            <a:extLst xmlns:a="http://schemas.openxmlformats.org/drawingml/2006/main">
              <a:ext uri="{FF2B5EF4-FFF2-40B4-BE49-F238E27FC236}">
                <a16:creationId xmlns:a16="http://schemas.microsoft.com/office/drawing/2014/main" id="{6A9D3ACD-478B-44B4-8579-87501A070CCF}"/>
              </a:ext>
            </a:extLst>
          </p:cNvPr>
          <p:cNvSpPr>
            <a:spLocks xmlns:a="http://schemas.openxmlformats.org/drawingml/2006/main" noGrp="1"/>
          </p:cNvSpPr>
          <p:nvPr/>
        </p:nvSpPr>
        <p:spPr>
          <a:xfrm xmlns:a="http://schemas.openxmlformats.org/drawingml/2006/main">
            <a:off x="2143125" y="4181475"/>
            <a:ext cx="466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buNone/>
              <a:defRPr sz="1050" b="1" i="0">
                <a:solidFill>
                  <a:srgbClr val="2D1976"/>
                </a:solidFill>
                <a:latin typeface="Segoe UI"/>
                <a:ea typeface="Segoe UI"/>
                <a:cs typeface="Segoe UI"/>
              </a:defRPr>
            </a:pPr>
            <a:r>
              <a:rPr sz="1050" b="1" i="0">
                <a:solidFill>
                  <a:srgbClr val="2D1976"/>
                </a:solidFill>
                <a:latin typeface="Segoe UI"/>
                <a:ea typeface="Segoe UI"/>
                <a:cs typeface="Segoe UI"/>
              </a:rPr>
              <a:t>Đa ngôn ngữ &amp; Bản địa hóa</a:t>
            </a:r>
          </a:p>
        </p:txBody>
      </p:sp>
      <p:sp>
        <p:nvSpPr>
          <p:cNvPr id="20" name="nf-spec-3">
            <a:extLst xmlns:a="http://schemas.openxmlformats.org/drawingml/2006/main">
              <a:ext uri="{FF2B5EF4-FFF2-40B4-BE49-F238E27FC236}">
                <a16:creationId xmlns:a16="http://schemas.microsoft.com/office/drawing/2014/main" id="{84B11C17-C7E2-4ADF-AC49-48DB59B30D64}"/>
              </a:ext>
            </a:extLst>
          </p:cNvPr>
          <p:cNvSpPr>
            <a:spLocks xmlns:a="http://schemas.openxmlformats.org/drawingml/2006/main" noGrp="1"/>
          </p:cNvSpPr>
          <p:nvPr/>
        </p:nvSpPr>
        <p:spPr>
          <a:xfrm xmlns:a="http://schemas.openxmlformats.org/drawingml/2006/main">
            <a:off x="1000125" y="4448175"/>
            <a:ext cx="576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buNone/>
              <a:defRPr sz="900" b="0" i="0">
                <a:solidFill>
                  <a:srgbClr val="475569"/>
                </a:solidFill>
                <a:latin typeface="Segoe UI"/>
                <a:ea typeface="Segoe UI"/>
                <a:cs typeface="Segoe UI"/>
              </a:defRPr>
            </a:pPr>
            <a:r>
              <a:rPr sz="900" b="0" i="0">
                <a:solidFill>
                  <a:srgbClr val="475569"/>
                </a:solidFill>
                <a:latin typeface="Segoe UI"/>
                <a:ea typeface="Segoe UI"/>
                <a:cs typeface="Segoe UI"/>
              </a:rPr>
              <a:t>Hỗ trợ giao diện tiếng Việt &amp; tiếng Anh; chuẩn hóa dữ liệu học theo mã ngôn ngữ.</a:t>
            </a:r>
          </a:p>
        </p:txBody>
      </p:sp>
      <p:sp>
        <p:nvSpPr>
          <p:cNvPr id="21" name="nf-card-4">
            <a:extLst xmlns:a="http://schemas.openxmlformats.org/drawingml/2006/main">
              <a:ext uri="{FF2B5EF4-FFF2-40B4-BE49-F238E27FC236}">
                <a16:creationId xmlns:a16="http://schemas.microsoft.com/office/drawing/2014/main" id="{03A584D8-BE93-4DAE-88A8-D4617F36910E}"/>
              </a:ext>
            </a:extLst>
          </p:cNvPr>
          <p:cNvSpPr>
            <a:spLocks xmlns:a="http://schemas.openxmlformats.org/drawingml/2006/main" noGrp="1"/>
          </p:cNvSpPr>
          <p:nvPr/>
        </p:nvSpPr>
        <p:spPr>
          <a:xfrm xmlns:a="http://schemas.openxmlformats.org/drawingml/2006/main">
            <a:off x="904875" y="4791075"/>
            <a:ext cx="60007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1430">
            <a:solidFill>
              <a:srgbClr val="E2E8F0"/>
            </a:solidFill>
            <a:prstDash val="solid"/>
          </a:ln>
        </p:spPr>
      </p:sp>
      <p:sp>
        <p:nvSpPr>
          <p:cNvPr id="22" name="nf-code-4">
            <a:extLst xmlns:a="http://schemas.openxmlformats.org/drawingml/2006/main">
              <a:ext uri="{FF2B5EF4-FFF2-40B4-BE49-F238E27FC236}">
                <a16:creationId xmlns:a16="http://schemas.microsoft.com/office/drawing/2014/main" id="{FF1071B4-8D65-4E5E-BFF7-FF9D4276B352}"/>
              </a:ext>
            </a:extLst>
          </p:cNvPr>
          <p:cNvSpPr>
            <a:spLocks xmlns:a="http://schemas.openxmlformats.org/drawingml/2006/main" noGrp="1"/>
          </p:cNvSpPr>
          <p:nvPr/>
        </p:nvSpPr>
        <p:spPr>
          <a:xfrm xmlns:a="http://schemas.openxmlformats.org/drawingml/2006/main">
            <a:off x="1000125" y="4886325"/>
            <a:ext cx="104775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NFR-ACC</a:t>
            </a:r>
          </a:p>
        </p:txBody>
      </p:sp>
      <p:sp>
        <p:nvSpPr>
          <p:cNvPr id="23" name="nf-name-4">
            <a:extLst xmlns:a="http://schemas.openxmlformats.org/drawingml/2006/main">
              <a:ext uri="{FF2B5EF4-FFF2-40B4-BE49-F238E27FC236}">
                <a16:creationId xmlns:a16="http://schemas.microsoft.com/office/drawing/2014/main" id="{21D66F97-7C88-44BF-9B15-A891775DFD24}"/>
              </a:ext>
            </a:extLst>
          </p:cNvPr>
          <p:cNvSpPr>
            <a:spLocks xmlns:a="http://schemas.openxmlformats.org/drawingml/2006/main" noGrp="1"/>
          </p:cNvSpPr>
          <p:nvPr/>
        </p:nvSpPr>
        <p:spPr>
          <a:xfrm xmlns:a="http://schemas.openxmlformats.org/drawingml/2006/main">
            <a:off x="2143125" y="4867275"/>
            <a:ext cx="466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buNone/>
              <a:defRPr sz="1050" b="1" i="0">
                <a:solidFill>
                  <a:srgbClr val="2D1976"/>
                </a:solidFill>
                <a:latin typeface="Segoe UI"/>
                <a:ea typeface="Segoe UI"/>
                <a:cs typeface="Segoe UI"/>
              </a:defRPr>
            </a:pPr>
            <a:r>
              <a:rPr sz="1050" b="1" i="0">
                <a:solidFill>
                  <a:srgbClr val="2D1976"/>
                </a:solidFill>
                <a:latin typeface="Segoe UI"/>
                <a:ea typeface="Segoe UI"/>
                <a:cs typeface="Segoe UI"/>
              </a:rPr>
              <a:t>Khả năng tiếp cận &amp; UI/UX</a:t>
            </a:r>
          </a:p>
        </p:txBody>
      </p:sp>
      <p:sp>
        <p:nvSpPr>
          <p:cNvPr id="24" name="nf-spec-4">
            <a:extLst xmlns:a="http://schemas.openxmlformats.org/drawingml/2006/main">
              <a:ext uri="{FF2B5EF4-FFF2-40B4-BE49-F238E27FC236}">
                <a16:creationId xmlns:a16="http://schemas.microsoft.com/office/drawing/2014/main" id="{FEAE8B24-EBBD-4AE0-8A8F-1E7F9591ACCC}"/>
              </a:ext>
            </a:extLst>
          </p:cNvPr>
          <p:cNvSpPr>
            <a:spLocks xmlns:a="http://schemas.openxmlformats.org/drawingml/2006/main" noGrp="1"/>
          </p:cNvSpPr>
          <p:nvPr/>
        </p:nvSpPr>
        <p:spPr>
          <a:xfrm xmlns:a="http://schemas.openxmlformats.org/drawingml/2006/main">
            <a:off x="1000125" y="5133975"/>
            <a:ext cx="576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3333"/>
          </a:bodyPr>
          <a:lstStyle xmlns:a="http://schemas.openxmlformats.org/drawingml/2006/main"/>
          <a:p xmlns:a="http://schemas.openxmlformats.org/drawingml/2006/main">
            <a:pPr algn="l">
              <a:buNone/>
              <a:defRPr sz="900" b="0" i="0">
                <a:solidFill>
                  <a:srgbClr val="475569"/>
                </a:solidFill>
                <a:latin typeface="Segoe UI"/>
                <a:ea typeface="Segoe UI"/>
                <a:cs typeface="Segoe UI"/>
              </a:defRPr>
            </a:pPr>
            <a:r>
              <a:rPr sz="900" b="0" i="0">
                <a:solidFill>
                  <a:srgbClr val="475569"/>
                </a:solidFill>
                <a:latin typeface="Segoe UI"/>
                <a:ea typeface="Segoe UI"/>
                <a:cs typeface="Segoe UI"/>
              </a:rPr>
              <a:t>Thiết kế Responsive trên mọi thiết bị; đảm bảo độ tương phản cao và phím tắt tiện ích.</a:t>
            </a:r>
          </a:p>
        </p:txBody>
      </p:sp>
      <p:sp>
        <p:nvSpPr>
          <p:cNvPr id="25" name="slot-nfr-bg">
            <a:extLst xmlns:a="http://schemas.openxmlformats.org/drawingml/2006/main">
              <a:ext uri="{FF2B5EF4-FFF2-40B4-BE49-F238E27FC236}">
                <a16:creationId xmlns:a16="http://schemas.microsoft.com/office/drawing/2014/main" id="{EA7985F5-854F-40E8-860A-66DBA09CAF20}"/>
              </a:ext>
            </a:extLst>
          </p:cNvPr>
          <p:cNvSpPr>
            <a:spLocks xmlns:a="http://schemas.openxmlformats.org/drawingml/2006/main" noGrp="1"/>
          </p:cNvSpPr>
          <p:nvPr/>
        </p:nvSpPr>
        <p:spPr>
          <a:xfrm xmlns:a="http://schemas.openxmlformats.org/drawingml/2006/main">
            <a:off x="7096125" y="2047875"/>
            <a:ext cx="4191000" cy="3352800"/>
          </a:xfrm>
          <a:prstGeom xmlns:a="http://schemas.openxmlformats.org/drawingml/2006/main" prst="roundRect">
            <a:avLst>
              <a:gd name="adj" fmla="val 3409"/>
            </a:avLst>
          </a:prstGeom>
          <a:solidFill xmlns:a="http://schemas.openxmlformats.org/drawingml/2006/main">
            <a:srgbClr val="FFFFFF"/>
          </a:solidFill>
          <a:ln xmlns:a="http://schemas.openxmlformats.org/drawingml/2006/main" w="11430">
            <a:solidFill>
              <a:srgbClr val="DDD6FE"/>
            </a:solidFill>
            <a:prstDash val="solid"/>
          </a:ln>
        </p:spPr>
      </p:sp>
      <p:sp>
        <p:nvSpPr>
          <p:cNvPr id="26" name="slot-nfr-tag">
            <a:extLst xmlns:a="http://schemas.openxmlformats.org/drawingml/2006/main">
              <a:ext uri="{FF2B5EF4-FFF2-40B4-BE49-F238E27FC236}">
                <a16:creationId xmlns:a16="http://schemas.microsoft.com/office/drawing/2014/main" id="{F6C9130F-2925-4B4E-BF35-7D0DE7E02434}"/>
              </a:ext>
            </a:extLst>
          </p:cNvPr>
          <p:cNvSpPr>
            <a:spLocks xmlns:a="http://schemas.openxmlformats.org/drawingml/2006/main" noGrp="1"/>
          </p:cNvSpPr>
          <p:nvPr/>
        </p:nvSpPr>
        <p:spPr>
          <a:xfrm xmlns:a="http://schemas.openxmlformats.org/drawingml/2006/main">
            <a:off x="7210425" y="2105025"/>
            <a:ext cx="304800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3730A3"/>
                </a:solidFill>
                <a:latin typeface="Segoe UI"/>
                <a:ea typeface="Segoe UI"/>
                <a:cs typeface="Segoe UI"/>
              </a:defRPr>
            </a:pPr>
            <a:r>
              <a:rPr sz="825" b="1" i="0">
                <a:solidFill>
                  <a:srgbClr val="3730A3"/>
                </a:solidFill>
                <a:latin typeface="Segoe UI"/>
                <a:ea typeface="Segoe UI"/>
                <a:cs typeface="Segoe UI"/>
              </a:rPr>
              <a:t>KIẾN TRÚC BẢO MẬT VÀ PHÂN QUYỀN RLS</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afdf17e3c5ba46d9"/>
          <a:stretch xmlns:a="http://schemas.openxmlformats.org/drawingml/2006/main"/>
        </p:blipFill>
        <p:spPr>
          <a:xfrm xmlns:a="http://schemas.openxmlformats.org/drawingml/2006/main">
            <a:off x="7191375" y="2865187"/>
            <a:ext cx="4000500" cy="1908675"/>
          </a:xfrm>
          <a:prstGeom xmlns:a="http://schemas.openxmlformats.org/drawingml/2006/main" prst="rect">
            <a:avLst/>
          </a:prstGeom>
        </p:spPr>
      </p:pic>
    </p:spTree>
    <p:extLst>
      <p:ext uri="{BB962C8B-B14F-4D97-AF65-F5344CB8AC3E}">
        <p14:creationId xmlns:p14="http://schemas.microsoft.com/office/powerpoint/2010/main" val="178800753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6"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sec-18-card">
            <a:extLst xmlns:a="http://schemas.openxmlformats.org/drawingml/2006/main">
              <a:ext uri="{FF2B5EF4-FFF2-40B4-BE49-F238E27FC236}">
                <a16:creationId xmlns:a16="http://schemas.microsoft.com/office/drawing/2014/main" id="{5D5B3477-1D3D-4265-915F-72566857A0AE}"/>
              </a:ext>
            </a:extLst>
          </p:cNvPr>
          <p:cNvSpPr>
            <a:spLocks xmlns:a="http://schemas.openxmlformats.org/drawingml/2006/main" noGrp="1"/>
          </p:cNvSpPr>
          <p:nvPr/>
        </p:nvSpPr>
        <p:spPr>
          <a:xfrm xmlns:a="http://schemas.openxmlformats.org/drawingml/2006/main">
            <a:off x="1524000" y="2190750"/>
            <a:ext cx="9144000" cy="3048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17145">
            <a:solidFill>
              <a:srgbClr val="DDD6FE"/>
            </a:solidFill>
            <a:prstDash val="solid"/>
          </a:ln>
        </p:spPr>
      </p:sp>
      <p:sp>
        <p:nvSpPr>
          <p:cNvPr id="3" name="sec-18-badge">
            <a:extLst xmlns:a="http://schemas.openxmlformats.org/drawingml/2006/main">
              <a:ext uri="{FF2B5EF4-FFF2-40B4-BE49-F238E27FC236}">
                <a16:creationId xmlns:a16="http://schemas.microsoft.com/office/drawing/2014/main" id="{5BA014BC-81E3-4FC3-9CBC-21373831A01C}"/>
              </a:ext>
            </a:extLst>
          </p:cNvPr>
          <p:cNvSpPr>
            <a:spLocks xmlns:a="http://schemas.openxmlformats.org/drawingml/2006/main" noGrp="1"/>
          </p:cNvSpPr>
          <p:nvPr/>
        </p:nvSpPr>
        <p:spPr>
          <a:xfrm xmlns:a="http://schemas.openxmlformats.org/drawingml/2006/main">
            <a:off x="5143500" y="2619375"/>
            <a:ext cx="1905000" cy="381000"/>
          </a:xfrm>
          <a:prstGeom xmlns:a="http://schemas.openxmlformats.org/drawingml/2006/main" prst="roundRect">
            <a:avLst>
              <a:gd name="adj" fmla="val 20000"/>
            </a:avLst>
          </a:prstGeom>
          <a:solidFill xmlns:a="http://schemas.openxmlformats.org/drawingml/2006/main">
            <a:srgbClr val="FEF9C3"/>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200" b="1" i="0">
                <a:solidFill>
                  <a:srgbClr val="854D0E"/>
                </a:solidFill>
                <a:latin typeface="Segoe UI"/>
                <a:ea typeface="Segoe UI"/>
                <a:cs typeface="Segoe UI"/>
              </a:defRPr>
            </a:pPr>
            <a:r>
              <a:rPr sz="1200" b="1" i="0">
                <a:solidFill>
                  <a:srgbClr val="854D0E"/>
                </a:solidFill>
                <a:latin typeface="Segoe UI"/>
                <a:ea typeface="Segoe UI"/>
                <a:cs typeface="Segoe UI"/>
              </a:rPr>
              <a:t>PHẦN IV</a:t>
            </a:r>
          </a:p>
        </p:txBody>
      </p:sp>
      <p:sp>
        <p:nvSpPr>
          <p:cNvPr id="4" name="sec-18-head">
            <a:extLst xmlns:a="http://schemas.openxmlformats.org/drawingml/2006/main">
              <a:ext uri="{FF2B5EF4-FFF2-40B4-BE49-F238E27FC236}">
                <a16:creationId xmlns:a16="http://schemas.microsoft.com/office/drawing/2014/main" id="{D8184967-E0BC-494B-A0AC-F1712224D1DA}"/>
              </a:ext>
            </a:extLst>
          </p:cNvPr>
          <p:cNvSpPr>
            <a:spLocks xmlns:a="http://schemas.openxmlformats.org/drawingml/2006/main" noGrp="1"/>
          </p:cNvSpPr>
          <p:nvPr/>
        </p:nvSpPr>
        <p:spPr>
          <a:xfrm xmlns:a="http://schemas.openxmlformats.org/drawingml/2006/main">
            <a:off x="1809750" y="3286125"/>
            <a:ext cx="857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buNone/>
              <a:defRPr sz="2700" b="1" i="0">
                <a:solidFill>
                  <a:srgbClr val="2D1976"/>
                </a:solidFill>
                <a:latin typeface="Segoe UI"/>
                <a:ea typeface="Segoe UI"/>
                <a:cs typeface="Segoe UI"/>
              </a:defRPr>
            </a:pPr>
            <a:r>
              <a:rPr sz="2700" b="1" i="0">
                <a:solidFill>
                  <a:srgbClr val="2D1976"/>
                </a:solidFill>
                <a:latin typeface="Segoe UI"/>
                <a:ea typeface="Segoe UI"/>
                <a:cs typeface="Segoe UI"/>
              </a:rPr>
              <a:t>MÔ HÌNH HÓA VÀ XÁC MINH YÊU CẦU</a:t>
            </a:r>
          </a:p>
        </p:txBody>
      </p:sp>
      <p:sp>
        <p:nvSpPr>
          <p:cNvPr id="5" name="sec-18-rule">
            <a:extLst xmlns:a="http://schemas.openxmlformats.org/drawingml/2006/main">
              <a:ext uri="{FF2B5EF4-FFF2-40B4-BE49-F238E27FC236}">
                <a16:creationId xmlns:a16="http://schemas.microsoft.com/office/drawing/2014/main" id="{1F26C7C5-6663-4A58-B3B4-50D8232A9976}"/>
              </a:ext>
            </a:extLst>
          </p:cNvPr>
          <p:cNvSpPr>
            <a:spLocks xmlns:a="http://schemas.openxmlformats.org/drawingml/2006/main" noGrp="1"/>
          </p:cNvSpPr>
          <p:nvPr/>
        </p:nvSpPr>
        <p:spPr>
          <a:xfrm xmlns:a="http://schemas.openxmlformats.org/drawingml/2006/main">
            <a:off x="4191000" y="4476750"/>
            <a:ext cx="381000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Tree>
    <p:extLst>
      <p:ext uri="{BB962C8B-B14F-4D97-AF65-F5344CB8AC3E}">
        <p14:creationId xmlns:p14="http://schemas.microsoft.com/office/powerpoint/2010/main" val="734037817"/>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7"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19">
            <a:extLst xmlns:a="http://schemas.openxmlformats.org/drawingml/2006/main">
              <a:ext uri="{FF2B5EF4-FFF2-40B4-BE49-F238E27FC236}">
                <a16:creationId xmlns:a16="http://schemas.microsoft.com/office/drawing/2014/main" id="{39E4E233-2609-4143-8493-A04524A289A4}"/>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SƠ ĐỒ LUỒNG DỮ LIỆU DFD</a:t>
            </a:r>
          </a:p>
        </p:txBody>
      </p:sp>
      <p:sp>
        <p:nvSpPr>
          <p:cNvPr id="3" name="title-19">
            <a:extLst xmlns:a="http://schemas.openxmlformats.org/drawingml/2006/main">
              <a:ext uri="{FF2B5EF4-FFF2-40B4-BE49-F238E27FC236}">
                <a16:creationId xmlns:a16="http://schemas.microsoft.com/office/drawing/2014/main" id="{8526D3DC-AC21-4E7B-9CAC-B180C8859C1D}"/>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1800" b="1" i="0">
                <a:solidFill>
                  <a:srgbClr val="2D1976"/>
                </a:solidFill>
                <a:latin typeface="Segoe UI"/>
                <a:ea typeface="Segoe UI"/>
                <a:cs typeface="Segoe UI"/>
              </a:defRPr>
            </a:pPr>
            <a:r>
              <a:rPr sz="1800" b="1" i="0">
                <a:solidFill>
                  <a:srgbClr val="2D1976"/>
                </a:solidFill>
                <a:latin typeface="Segoe UI"/>
                <a:ea typeface="Segoe UI"/>
                <a:cs typeface="Segoe UI"/>
              </a:rPr>
              <a:t>SƠ ĐỒ LUỒNG DỮ LIỆU TOÀN HỆ THỐNG (DFD LEVEL 0)</a:t>
            </a:r>
          </a:p>
        </p:txBody>
      </p:sp>
      <p:sp>
        <p:nvSpPr>
          <p:cNvPr id="4" name="rule-19">
            <a:extLst xmlns:a="http://schemas.openxmlformats.org/drawingml/2006/main">
              <a:ext uri="{FF2B5EF4-FFF2-40B4-BE49-F238E27FC236}">
                <a16:creationId xmlns:a16="http://schemas.microsoft.com/office/drawing/2014/main" id="{3F6B6BC9-EDF2-4FFB-A90F-0FD61D050CA5}"/>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slot-dfd-bg">
            <a:extLst xmlns:a="http://schemas.openxmlformats.org/drawingml/2006/main">
              <a:ext uri="{FF2B5EF4-FFF2-40B4-BE49-F238E27FC236}">
                <a16:creationId xmlns:a16="http://schemas.microsoft.com/office/drawing/2014/main" id="{90072353-EC23-4AFD-91F1-C92451C46B64}"/>
              </a:ext>
            </a:extLst>
          </p:cNvPr>
          <p:cNvSpPr>
            <a:spLocks xmlns:a="http://schemas.openxmlformats.org/drawingml/2006/main" noGrp="1"/>
          </p:cNvSpPr>
          <p:nvPr/>
        </p:nvSpPr>
        <p:spPr>
          <a:xfrm xmlns:a="http://schemas.openxmlformats.org/drawingml/2006/main">
            <a:off x="666750" y="2019300"/>
            <a:ext cx="10858500" cy="4495800"/>
          </a:xfrm>
          <a:prstGeom xmlns:a="http://schemas.openxmlformats.org/drawingml/2006/main" prst="roundRect">
            <a:avLst>
              <a:gd name="adj" fmla="val 2542"/>
            </a:avLst>
          </a:prstGeom>
          <a:solidFill xmlns:a="http://schemas.openxmlformats.org/drawingml/2006/main">
            <a:srgbClr val="FFFFFF"/>
          </a:solidFill>
          <a:ln xmlns:a="http://schemas.openxmlformats.org/drawingml/2006/main" w="11430">
            <a:solidFill>
              <a:srgbClr val="DDD6FE"/>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bd7b27708f0469e"/>
          <a:stretch xmlns:a="http://schemas.openxmlformats.org/drawingml/2006/main"/>
        </p:blipFill>
        <p:spPr>
          <a:xfrm xmlns:a="http://schemas.openxmlformats.org/drawingml/2006/main">
            <a:off x="762000" y="2897682"/>
            <a:ext cx="10668000" cy="2719987"/>
          </a:xfrm>
          <a:prstGeom xmlns:a="http://schemas.openxmlformats.org/drawingml/2006/main" prst="rect">
            <a:avLst/>
          </a:prstGeom>
        </p:spPr>
      </p:pic>
    </p:spTree>
    <p:extLst>
      <p:ext uri="{BB962C8B-B14F-4D97-AF65-F5344CB8AC3E}">
        <p14:creationId xmlns:p14="http://schemas.microsoft.com/office/powerpoint/2010/main" val="78511766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7"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20">
            <a:extLst xmlns:a="http://schemas.openxmlformats.org/drawingml/2006/main">
              <a:ext uri="{FF2B5EF4-FFF2-40B4-BE49-F238E27FC236}">
                <a16:creationId xmlns:a16="http://schemas.microsoft.com/office/drawing/2014/main" id="{F7A9872A-1ECC-4039-8846-70A9443482B7}"/>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MÔ HÌNH DỮ LIỆU ERD</a:t>
            </a:r>
          </a:p>
        </p:txBody>
      </p:sp>
      <p:sp>
        <p:nvSpPr>
          <p:cNvPr id="3" name="title-20">
            <a:extLst xmlns:a="http://schemas.openxmlformats.org/drawingml/2006/main">
              <a:ext uri="{FF2B5EF4-FFF2-40B4-BE49-F238E27FC236}">
                <a16:creationId xmlns:a16="http://schemas.microsoft.com/office/drawing/2014/main" id="{85880313-5FBB-42C9-BC8B-40EE51105C8A}"/>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2250" b="1" i="0">
                <a:solidFill>
                  <a:srgbClr val="2D1976"/>
                </a:solidFill>
                <a:latin typeface="Segoe UI"/>
                <a:ea typeface="Segoe UI"/>
                <a:cs typeface="Segoe UI"/>
              </a:defRPr>
            </a:pPr>
            <a:r>
              <a:rPr sz="2250" b="1" i="0">
                <a:solidFill>
                  <a:srgbClr val="2D1976"/>
                </a:solidFill>
                <a:latin typeface="Segoe UI"/>
                <a:ea typeface="Segoe UI"/>
                <a:cs typeface="Segoe UI"/>
              </a:rPr>
              <a:t>SƠ ĐỒ THỰC THỂ QUAN HỆ (ERD)</a:t>
            </a:r>
          </a:p>
        </p:txBody>
      </p:sp>
      <p:sp>
        <p:nvSpPr>
          <p:cNvPr id="4" name="rule-20">
            <a:extLst xmlns:a="http://schemas.openxmlformats.org/drawingml/2006/main">
              <a:ext uri="{FF2B5EF4-FFF2-40B4-BE49-F238E27FC236}">
                <a16:creationId xmlns:a16="http://schemas.microsoft.com/office/drawing/2014/main" id="{2E5DB867-46BB-466C-BB41-508FB885A45D}"/>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slot-erd-bg">
            <a:extLst xmlns:a="http://schemas.openxmlformats.org/drawingml/2006/main">
              <a:ext uri="{FF2B5EF4-FFF2-40B4-BE49-F238E27FC236}">
                <a16:creationId xmlns:a16="http://schemas.microsoft.com/office/drawing/2014/main" id="{DA5B2F17-5F8F-46DC-AFAB-2B8809D31E2B}"/>
              </a:ext>
            </a:extLst>
          </p:cNvPr>
          <p:cNvSpPr>
            <a:spLocks xmlns:a="http://schemas.openxmlformats.org/drawingml/2006/main" noGrp="1"/>
          </p:cNvSpPr>
          <p:nvPr/>
        </p:nvSpPr>
        <p:spPr>
          <a:xfrm xmlns:a="http://schemas.openxmlformats.org/drawingml/2006/main">
            <a:off x="666750" y="2019300"/>
            <a:ext cx="10858500" cy="4495800"/>
          </a:xfrm>
          <a:prstGeom xmlns:a="http://schemas.openxmlformats.org/drawingml/2006/main" prst="roundRect">
            <a:avLst>
              <a:gd name="adj" fmla="val 2542"/>
            </a:avLst>
          </a:prstGeom>
          <a:solidFill xmlns:a="http://schemas.openxmlformats.org/drawingml/2006/main">
            <a:srgbClr val="FFFFFF"/>
          </a:solidFill>
          <a:ln xmlns:a="http://schemas.openxmlformats.org/drawingml/2006/main" w="11430">
            <a:solidFill>
              <a:srgbClr val="DDD6FE"/>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71bf583d5e847cd"/>
          <a:stretch xmlns:a="http://schemas.openxmlformats.org/drawingml/2006/main"/>
        </p:blipFill>
        <p:spPr>
          <a:xfrm xmlns:a="http://schemas.openxmlformats.org/drawingml/2006/main">
            <a:off x="2276882" y="2095500"/>
            <a:ext cx="7638236" cy="4324350"/>
          </a:xfrm>
          <a:prstGeom xmlns:a="http://schemas.openxmlformats.org/drawingml/2006/main" prst="rect">
            <a:avLst/>
          </a:prstGeom>
        </p:spPr>
      </p:pic>
    </p:spTree>
    <p:extLst>
      <p:ext uri="{BB962C8B-B14F-4D97-AF65-F5344CB8AC3E}">
        <p14:creationId xmlns:p14="http://schemas.microsoft.com/office/powerpoint/2010/main" val="12093107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30"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21">
            <a:extLst xmlns:a="http://schemas.openxmlformats.org/drawingml/2006/main">
              <a:ext uri="{FF2B5EF4-FFF2-40B4-BE49-F238E27FC236}">
                <a16:creationId xmlns:a16="http://schemas.microsoft.com/office/drawing/2014/main" id="{FA60F6F0-50AC-4676-A77A-92077C437204}"/>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TRUY VẾT &amp; NGHIỆM THU</a:t>
            </a:r>
          </a:p>
        </p:txBody>
      </p:sp>
      <p:sp>
        <p:nvSpPr>
          <p:cNvPr id="3" name="title-21">
            <a:extLst xmlns:a="http://schemas.openxmlformats.org/drawingml/2006/main">
              <a:ext uri="{FF2B5EF4-FFF2-40B4-BE49-F238E27FC236}">
                <a16:creationId xmlns:a16="http://schemas.microsoft.com/office/drawing/2014/main" id="{97B8946C-E412-4058-A1D7-14E101900D16}"/>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1800" b="1" i="0">
                <a:solidFill>
                  <a:srgbClr val="2D1976"/>
                </a:solidFill>
                <a:latin typeface="Segoe UI"/>
                <a:ea typeface="Segoe UI"/>
                <a:cs typeface="Segoe UI"/>
              </a:defRPr>
            </a:pPr>
            <a:r>
              <a:rPr sz="1800" b="1" i="0">
                <a:solidFill>
                  <a:srgbClr val="2D1976"/>
                </a:solidFill>
                <a:latin typeface="Segoe UI"/>
                <a:ea typeface="Segoe UI"/>
                <a:cs typeface="Segoe UI"/>
              </a:rPr>
              <a:t>MA TRẬN TRUY VẾT YÊU CẦU VÀ TIÊU CHÍ NGHIỆM THU</a:t>
            </a:r>
          </a:p>
        </p:txBody>
      </p:sp>
      <p:sp>
        <p:nvSpPr>
          <p:cNvPr id="4" name="rule-21">
            <a:extLst xmlns:a="http://schemas.openxmlformats.org/drawingml/2006/main">
              <a:ext uri="{FF2B5EF4-FFF2-40B4-BE49-F238E27FC236}">
                <a16:creationId xmlns:a16="http://schemas.microsoft.com/office/drawing/2014/main" id="{781BD6EA-81BA-497C-AEA2-7A7308815570}"/>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trace-chain-bg">
            <a:extLst xmlns:a="http://schemas.openxmlformats.org/drawingml/2006/main">
              <a:ext uri="{FF2B5EF4-FFF2-40B4-BE49-F238E27FC236}">
                <a16:creationId xmlns:a16="http://schemas.microsoft.com/office/drawing/2014/main" id="{A6BED825-5588-4C29-A2D1-0BF2C785AE24}"/>
              </a:ext>
            </a:extLst>
          </p:cNvPr>
          <p:cNvSpPr>
            <a:spLocks xmlns:a="http://schemas.openxmlformats.org/drawingml/2006/main" noGrp="1"/>
          </p:cNvSpPr>
          <p:nvPr/>
        </p:nvSpPr>
        <p:spPr>
          <a:xfrm xmlns:a="http://schemas.openxmlformats.org/drawingml/2006/main">
            <a:off x="904875" y="2047875"/>
            <a:ext cx="10382250" cy="571500"/>
          </a:xfrm>
          <a:prstGeom xmlns:a="http://schemas.openxmlformats.org/drawingml/2006/main" prst="roundRect">
            <a:avLst>
              <a:gd name="adj" fmla="val 20000"/>
            </a:avLst>
          </a:prstGeom>
          <a:solidFill xmlns:a="http://schemas.openxmlformats.org/drawingml/2006/main">
            <a:srgbClr val="F5F3FF"/>
          </a:solidFill>
          <a:ln xmlns:a="http://schemas.openxmlformats.org/drawingml/2006/main" w="11430">
            <a:solidFill>
              <a:srgbClr val="DDD6FE"/>
            </a:solidFill>
            <a:prstDash val="solid"/>
          </a:ln>
        </p:spPr>
      </p:sp>
      <p:sp>
        <p:nvSpPr>
          <p:cNvPr id="6" name="ch-node-0">
            <a:extLst xmlns:a="http://schemas.openxmlformats.org/drawingml/2006/main">
              <a:ext uri="{FF2B5EF4-FFF2-40B4-BE49-F238E27FC236}">
                <a16:creationId xmlns:a16="http://schemas.microsoft.com/office/drawing/2014/main" id="{873B0B30-189A-4D81-B003-5EA5AD6B2DA4}"/>
              </a:ext>
            </a:extLst>
          </p:cNvPr>
          <p:cNvSpPr>
            <a:spLocks xmlns:a="http://schemas.openxmlformats.org/drawingml/2006/main" noGrp="1"/>
          </p:cNvSpPr>
          <p:nvPr/>
        </p:nvSpPr>
        <p:spPr>
          <a:xfrm xmlns:a="http://schemas.openxmlformats.org/drawingml/2006/main">
            <a:off x="1047750" y="2162175"/>
            <a:ext cx="1714500" cy="34290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3730A3"/>
                </a:solidFill>
                <a:latin typeface="Segoe UI"/>
                <a:ea typeface="Segoe UI"/>
                <a:cs typeface="Segoe UI"/>
              </a:defRPr>
            </a:pPr>
            <a:r>
              <a:rPr sz="975" b="1" i="0">
                <a:solidFill>
                  <a:srgbClr val="3730A3"/>
                </a:solidFill>
                <a:latin typeface="Segoe UI"/>
                <a:ea typeface="Segoe UI"/>
                <a:cs typeface="Segoe UI"/>
              </a:rPr>
              <a:t>Nhu cầu khảo sát</a:t>
            </a:r>
          </a:p>
        </p:txBody>
      </p:sp>
      <p:sp>
        <p:nvSpPr>
          <p:cNvPr id="7" name="ch-arrow-0">
            <a:extLst xmlns:a="http://schemas.openxmlformats.org/drawingml/2006/main">
              <a:ext uri="{FF2B5EF4-FFF2-40B4-BE49-F238E27FC236}">
                <a16:creationId xmlns:a16="http://schemas.microsoft.com/office/drawing/2014/main" id="{3D78889F-D3E0-457C-A320-E6CFED63F5EF}"/>
              </a:ext>
            </a:extLst>
          </p:cNvPr>
          <p:cNvSpPr>
            <a:spLocks xmlns:a="http://schemas.openxmlformats.org/drawingml/2006/main" noGrp="1"/>
          </p:cNvSpPr>
          <p:nvPr/>
        </p:nvSpPr>
        <p:spPr>
          <a:xfrm xmlns:a="http://schemas.openxmlformats.org/drawingml/2006/main">
            <a:off x="2809875" y="2162175"/>
            <a:ext cx="23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50469"/>
          </a:bodyPr>
          <a:lstStyle xmlns:a="http://schemas.openxmlformats.org/drawingml/2006/main"/>
          <a:p xmlns:a="http://schemas.openxmlformats.org/drawingml/2006/main">
            <a:pPr algn="ctr">
              <a:buNone/>
              <a:defRPr sz="1350" b="1" i="0">
                <a:solidFill>
                  <a:srgbClr val="D97706"/>
                </a:solidFill>
                <a:latin typeface="Segoe UI"/>
                <a:ea typeface="Segoe UI"/>
                <a:cs typeface="Segoe UI"/>
              </a:defRPr>
            </a:pPr>
            <a:r>
              <a:rPr sz="1350" b="1" i="0">
                <a:solidFill>
                  <a:srgbClr val="D97706"/>
                </a:solidFill>
                <a:latin typeface="Segoe UI"/>
                <a:ea typeface="Segoe UI"/>
                <a:cs typeface="Segoe UI"/>
              </a:rPr>
              <a:t>➔</a:t>
            </a:r>
          </a:p>
        </p:txBody>
      </p:sp>
      <p:sp>
        <p:nvSpPr>
          <p:cNvPr id="8" name="ch-node-1">
            <a:extLst xmlns:a="http://schemas.openxmlformats.org/drawingml/2006/main">
              <a:ext uri="{FF2B5EF4-FFF2-40B4-BE49-F238E27FC236}">
                <a16:creationId xmlns:a16="http://schemas.microsoft.com/office/drawing/2014/main" id="{3A8FE7BE-62C7-4745-BAC5-FAB83FA2BE51}"/>
              </a:ext>
            </a:extLst>
          </p:cNvPr>
          <p:cNvSpPr>
            <a:spLocks xmlns:a="http://schemas.openxmlformats.org/drawingml/2006/main" noGrp="1"/>
          </p:cNvSpPr>
          <p:nvPr/>
        </p:nvSpPr>
        <p:spPr>
          <a:xfrm xmlns:a="http://schemas.openxmlformats.org/drawingml/2006/main">
            <a:off x="3095625" y="2162175"/>
            <a:ext cx="1714500" cy="34290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3730A3"/>
                </a:solidFill>
                <a:latin typeface="Segoe UI"/>
                <a:ea typeface="Segoe UI"/>
                <a:cs typeface="Segoe UI"/>
              </a:defRPr>
            </a:pPr>
            <a:r>
              <a:rPr sz="975" b="1" i="0">
                <a:solidFill>
                  <a:srgbClr val="3730A3"/>
                </a:solidFill>
                <a:latin typeface="Segoe UI"/>
                <a:ea typeface="Segoe UI"/>
                <a:cs typeface="Segoe UI"/>
              </a:rPr>
              <a:t>User Stories</a:t>
            </a:r>
          </a:p>
        </p:txBody>
      </p:sp>
      <p:sp>
        <p:nvSpPr>
          <p:cNvPr id="9" name="ch-arrow-1">
            <a:extLst xmlns:a="http://schemas.openxmlformats.org/drawingml/2006/main">
              <a:ext uri="{FF2B5EF4-FFF2-40B4-BE49-F238E27FC236}">
                <a16:creationId xmlns:a16="http://schemas.microsoft.com/office/drawing/2014/main" id="{B7D47812-CDFA-40DC-AB8B-590B81887E8E}"/>
              </a:ext>
            </a:extLst>
          </p:cNvPr>
          <p:cNvSpPr>
            <a:spLocks xmlns:a="http://schemas.openxmlformats.org/drawingml/2006/main" noGrp="1"/>
          </p:cNvSpPr>
          <p:nvPr/>
        </p:nvSpPr>
        <p:spPr>
          <a:xfrm xmlns:a="http://schemas.openxmlformats.org/drawingml/2006/main">
            <a:off x="4857750" y="2162175"/>
            <a:ext cx="23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50469"/>
          </a:bodyPr>
          <a:lstStyle xmlns:a="http://schemas.openxmlformats.org/drawingml/2006/main"/>
          <a:p xmlns:a="http://schemas.openxmlformats.org/drawingml/2006/main">
            <a:pPr algn="ctr">
              <a:buNone/>
              <a:defRPr sz="1350" b="1" i="0">
                <a:solidFill>
                  <a:srgbClr val="D97706"/>
                </a:solidFill>
                <a:latin typeface="Segoe UI"/>
                <a:ea typeface="Segoe UI"/>
                <a:cs typeface="Segoe UI"/>
              </a:defRPr>
            </a:pPr>
            <a:r>
              <a:rPr sz="1350" b="1" i="0">
                <a:solidFill>
                  <a:srgbClr val="D97706"/>
                </a:solidFill>
                <a:latin typeface="Segoe UI"/>
                <a:ea typeface="Segoe UI"/>
                <a:cs typeface="Segoe UI"/>
              </a:rPr>
              <a:t>➔</a:t>
            </a:r>
          </a:p>
        </p:txBody>
      </p:sp>
      <p:sp>
        <p:nvSpPr>
          <p:cNvPr id="10" name="ch-node-2">
            <a:extLst xmlns:a="http://schemas.openxmlformats.org/drawingml/2006/main">
              <a:ext uri="{FF2B5EF4-FFF2-40B4-BE49-F238E27FC236}">
                <a16:creationId xmlns:a16="http://schemas.microsoft.com/office/drawing/2014/main" id="{BD4EBA9D-F29B-42F8-840D-9E5966385FE5}"/>
              </a:ext>
            </a:extLst>
          </p:cNvPr>
          <p:cNvSpPr>
            <a:spLocks xmlns:a="http://schemas.openxmlformats.org/drawingml/2006/main" noGrp="1"/>
          </p:cNvSpPr>
          <p:nvPr/>
        </p:nvSpPr>
        <p:spPr>
          <a:xfrm xmlns:a="http://schemas.openxmlformats.org/drawingml/2006/main">
            <a:off x="5143500" y="2162175"/>
            <a:ext cx="1714500" cy="34290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3730A3"/>
                </a:solidFill>
                <a:latin typeface="Segoe UI"/>
                <a:ea typeface="Segoe UI"/>
                <a:cs typeface="Segoe UI"/>
              </a:defRPr>
            </a:pPr>
            <a:r>
              <a:rPr sz="975" b="1" i="0">
                <a:solidFill>
                  <a:srgbClr val="3730A3"/>
                </a:solidFill>
                <a:latin typeface="Segoe UI"/>
                <a:ea typeface="Segoe UI"/>
                <a:cs typeface="Segoe UI"/>
              </a:rPr>
              <a:t>Use Cases (10)</a:t>
            </a:r>
          </a:p>
        </p:txBody>
      </p:sp>
      <p:sp>
        <p:nvSpPr>
          <p:cNvPr id="11" name="ch-arrow-2">
            <a:extLst xmlns:a="http://schemas.openxmlformats.org/drawingml/2006/main">
              <a:ext uri="{FF2B5EF4-FFF2-40B4-BE49-F238E27FC236}">
                <a16:creationId xmlns:a16="http://schemas.microsoft.com/office/drawing/2014/main" id="{A3CAB854-C42C-4C05-A829-9089E231D2AB}"/>
              </a:ext>
            </a:extLst>
          </p:cNvPr>
          <p:cNvSpPr>
            <a:spLocks xmlns:a="http://schemas.openxmlformats.org/drawingml/2006/main" noGrp="1"/>
          </p:cNvSpPr>
          <p:nvPr/>
        </p:nvSpPr>
        <p:spPr>
          <a:xfrm xmlns:a="http://schemas.openxmlformats.org/drawingml/2006/main">
            <a:off x="6905625" y="2162175"/>
            <a:ext cx="23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50469"/>
          </a:bodyPr>
          <a:lstStyle xmlns:a="http://schemas.openxmlformats.org/drawingml/2006/main"/>
          <a:p xmlns:a="http://schemas.openxmlformats.org/drawingml/2006/main">
            <a:pPr algn="ctr">
              <a:buNone/>
              <a:defRPr sz="1350" b="1" i="0">
                <a:solidFill>
                  <a:srgbClr val="D97706"/>
                </a:solidFill>
                <a:latin typeface="Segoe UI"/>
                <a:ea typeface="Segoe UI"/>
                <a:cs typeface="Segoe UI"/>
              </a:defRPr>
            </a:pPr>
            <a:r>
              <a:rPr sz="1350" b="1" i="0">
                <a:solidFill>
                  <a:srgbClr val="D97706"/>
                </a:solidFill>
                <a:latin typeface="Segoe UI"/>
                <a:ea typeface="Segoe UI"/>
                <a:cs typeface="Segoe UI"/>
              </a:rPr>
              <a:t>➔</a:t>
            </a:r>
          </a:p>
        </p:txBody>
      </p:sp>
      <p:sp>
        <p:nvSpPr>
          <p:cNvPr id="12" name="ch-node-3">
            <a:extLst xmlns:a="http://schemas.openxmlformats.org/drawingml/2006/main">
              <a:ext uri="{FF2B5EF4-FFF2-40B4-BE49-F238E27FC236}">
                <a16:creationId xmlns:a16="http://schemas.microsoft.com/office/drawing/2014/main" id="{2F0FD5CC-4F50-47F2-8325-6D564F00E109}"/>
              </a:ext>
            </a:extLst>
          </p:cNvPr>
          <p:cNvSpPr>
            <a:spLocks xmlns:a="http://schemas.openxmlformats.org/drawingml/2006/main" noGrp="1"/>
          </p:cNvSpPr>
          <p:nvPr/>
        </p:nvSpPr>
        <p:spPr>
          <a:xfrm xmlns:a="http://schemas.openxmlformats.org/drawingml/2006/main">
            <a:off x="7191375" y="2162175"/>
            <a:ext cx="1714500" cy="34290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3730A3"/>
                </a:solidFill>
                <a:latin typeface="Segoe UI"/>
                <a:ea typeface="Segoe UI"/>
                <a:cs typeface="Segoe UI"/>
              </a:defRPr>
            </a:pPr>
            <a:r>
              <a:rPr sz="975" b="1" i="0">
                <a:solidFill>
                  <a:srgbClr val="3730A3"/>
                </a:solidFill>
                <a:latin typeface="Segoe UI"/>
                <a:ea typeface="Segoe UI"/>
                <a:cs typeface="Segoe UI"/>
              </a:rPr>
              <a:t>Mô hình DFD/ERD</a:t>
            </a:r>
          </a:p>
        </p:txBody>
      </p:sp>
      <p:sp>
        <p:nvSpPr>
          <p:cNvPr id="13" name="ch-arrow-3">
            <a:extLst xmlns:a="http://schemas.openxmlformats.org/drawingml/2006/main">
              <a:ext uri="{FF2B5EF4-FFF2-40B4-BE49-F238E27FC236}">
                <a16:creationId xmlns:a16="http://schemas.microsoft.com/office/drawing/2014/main" id="{F28A4DAD-1FF1-4982-85D2-524DC6C581F9}"/>
              </a:ext>
            </a:extLst>
          </p:cNvPr>
          <p:cNvSpPr>
            <a:spLocks xmlns:a="http://schemas.openxmlformats.org/drawingml/2006/main" noGrp="1"/>
          </p:cNvSpPr>
          <p:nvPr/>
        </p:nvSpPr>
        <p:spPr>
          <a:xfrm xmlns:a="http://schemas.openxmlformats.org/drawingml/2006/main">
            <a:off x="8953500" y="2162175"/>
            <a:ext cx="23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50469"/>
          </a:bodyPr>
          <a:lstStyle xmlns:a="http://schemas.openxmlformats.org/drawingml/2006/main"/>
          <a:p xmlns:a="http://schemas.openxmlformats.org/drawingml/2006/main">
            <a:pPr algn="ctr">
              <a:buNone/>
              <a:defRPr sz="1350" b="1" i="0">
                <a:solidFill>
                  <a:srgbClr val="D97706"/>
                </a:solidFill>
                <a:latin typeface="Segoe UI"/>
                <a:ea typeface="Segoe UI"/>
                <a:cs typeface="Segoe UI"/>
              </a:defRPr>
            </a:pPr>
            <a:r>
              <a:rPr sz="1350" b="1" i="0">
                <a:solidFill>
                  <a:srgbClr val="D97706"/>
                </a:solidFill>
                <a:latin typeface="Segoe UI"/>
                <a:ea typeface="Segoe UI"/>
                <a:cs typeface="Segoe UI"/>
              </a:rPr>
              <a:t>➔</a:t>
            </a:r>
          </a:p>
        </p:txBody>
      </p:sp>
      <p:sp>
        <p:nvSpPr>
          <p:cNvPr id="14" name="ch-node-4">
            <a:extLst xmlns:a="http://schemas.openxmlformats.org/drawingml/2006/main">
              <a:ext uri="{FF2B5EF4-FFF2-40B4-BE49-F238E27FC236}">
                <a16:creationId xmlns:a16="http://schemas.microsoft.com/office/drawing/2014/main" id="{E2E6787C-0795-48B5-9574-2839AA0DF6CE}"/>
              </a:ext>
            </a:extLst>
          </p:cNvPr>
          <p:cNvSpPr>
            <a:spLocks xmlns:a="http://schemas.openxmlformats.org/drawingml/2006/main" noGrp="1"/>
          </p:cNvSpPr>
          <p:nvPr/>
        </p:nvSpPr>
        <p:spPr>
          <a:xfrm xmlns:a="http://schemas.openxmlformats.org/drawingml/2006/main">
            <a:off x="9239250" y="2162175"/>
            <a:ext cx="1714500" cy="342900"/>
          </a:xfrm>
          <a:prstGeom xmlns:a="http://schemas.openxmlformats.org/drawingml/2006/main" prst="roundRect">
            <a:avLst>
              <a:gd name="adj" fmla="val 22222"/>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75" b="1" i="0">
                <a:solidFill>
                  <a:srgbClr val="3730A3"/>
                </a:solidFill>
                <a:latin typeface="Segoe UI"/>
                <a:ea typeface="Segoe UI"/>
                <a:cs typeface="Segoe UI"/>
              </a:defRPr>
            </a:pPr>
            <a:r>
              <a:rPr sz="975" b="1" i="0">
                <a:solidFill>
                  <a:srgbClr val="3730A3"/>
                </a:solidFill>
                <a:latin typeface="Segoe UI"/>
                <a:ea typeface="Segoe UI"/>
                <a:cs typeface="Segoe UI"/>
              </a:rPr>
              <a:t>Tiêu chí nghiệm thu</a:t>
            </a:r>
          </a:p>
        </p:txBody>
      </p:sp>
      <p:sp>
        <p:nvSpPr>
          <p:cNvPr id="15" name="ver-criteria-card">
            <a:extLst xmlns:a="http://schemas.openxmlformats.org/drawingml/2006/main">
              <a:ext uri="{FF2B5EF4-FFF2-40B4-BE49-F238E27FC236}">
                <a16:creationId xmlns:a16="http://schemas.microsoft.com/office/drawing/2014/main" id="{EEA6C1E8-36FD-4CDE-BABA-ED24A167F22E}"/>
              </a:ext>
            </a:extLst>
          </p:cNvPr>
          <p:cNvSpPr>
            <a:spLocks xmlns:a="http://schemas.openxmlformats.org/drawingml/2006/main" noGrp="1"/>
          </p:cNvSpPr>
          <p:nvPr/>
        </p:nvSpPr>
        <p:spPr>
          <a:xfrm xmlns:a="http://schemas.openxmlformats.org/drawingml/2006/main">
            <a:off x="904875" y="2762250"/>
            <a:ext cx="5143500" cy="2714625"/>
          </a:xfrm>
          <a:prstGeom xmlns:a="http://schemas.openxmlformats.org/drawingml/2006/main" prst="roundRect">
            <a:avLst>
              <a:gd name="adj" fmla="val 5614"/>
            </a:avLst>
          </a:prstGeom>
          <a:solidFill xmlns:a="http://schemas.openxmlformats.org/drawingml/2006/main">
            <a:srgbClr val="FFFFFF"/>
          </a:solidFill>
          <a:ln xmlns:a="http://schemas.openxmlformats.org/drawingml/2006/main" w="11430">
            <a:solidFill>
              <a:srgbClr val="E2E8F0"/>
            </a:solidFill>
            <a:prstDash val="solid"/>
          </a:ln>
        </p:spPr>
      </p:sp>
      <p:sp>
        <p:nvSpPr>
          <p:cNvPr id="16" name="ver-tag">
            <a:extLst xmlns:a="http://schemas.openxmlformats.org/drawingml/2006/main">
              <a:ext uri="{FF2B5EF4-FFF2-40B4-BE49-F238E27FC236}">
                <a16:creationId xmlns:a16="http://schemas.microsoft.com/office/drawing/2014/main" id="{50925EF5-BD51-4F2C-B38E-28ED7F2E0788}"/>
              </a:ext>
            </a:extLst>
          </p:cNvPr>
          <p:cNvSpPr>
            <a:spLocks xmlns:a="http://schemas.openxmlformats.org/drawingml/2006/main" noGrp="1"/>
          </p:cNvSpPr>
          <p:nvPr/>
        </p:nvSpPr>
        <p:spPr>
          <a:xfrm xmlns:a="http://schemas.openxmlformats.org/drawingml/2006/main">
            <a:off x="1095375" y="2905125"/>
            <a:ext cx="3048000" cy="247650"/>
          </a:xfrm>
          <a:prstGeom xmlns:a="http://schemas.openxmlformats.org/drawingml/2006/main" prst="roundRect">
            <a:avLst>
              <a:gd name="adj" fmla="val 30769"/>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5 TIÊU CHÍ NGHIỆM THU CHUẨN IEEE 830</a:t>
            </a:r>
          </a:p>
        </p:txBody>
      </p:sp>
      <p:sp>
        <p:nvSpPr>
          <p:cNvPr id="17" name="cr-p-0">
            <a:extLst xmlns:a="http://schemas.openxmlformats.org/drawingml/2006/main">
              <a:ext uri="{FF2B5EF4-FFF2-40B4-BE49-F238E27FC236}">
                <a16:creationId xmlns:a16="http://schemas.microsoft.com/office/drawing/2014/main" id="{BD02472F-A067-4923-A7C5-E6FDCFA8E389}"/>
              </a:ext>
            </a:extLst>
          </p:cNvPr>
          <p:cNvSpPr>
            <a:spLocks xmlns:a="http://schemas.openxmlformats.org/drawingml/2006/main" noGrp="1"/>
          </p:cNvSpPr>
          <p:nvPr/>
        </p:nvSpPr>
        <p:spPr>
          <a:xfrm xmlns:a="http://schemas.openxmlformats.org/drawingml/2006/main">
            <a:off x="1095375" y="3324225"/>
            <a:ext cx="2667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6371"/>
          </a:bodyPr>
          <a:lstStyle xmlns:a="http://schemas.openxmlformats.org/drawingml/2006/main"/>
          <a:p xmlns:a="http://schemas.openxmlformats.org/drawingml/2006/main">
            <a:pPr algn="ctr">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01</a:t>
            </a:r>
          </a:p>
        </p:txBody>
      </p:sp>
      <p:sp>
        <p:nvSpPr>
          <p:cNvPr id="18" name="cr-t-0">
            <a:extLst xmlns:a="http://schemas.openxmlformats.org/drawingml/2006/main">
              <a:ext uri="{FF2B5EF4-FFF2-40B4-BE49-F238E27FC236}">
                <a16:creationId xmlns:a16="http://schemas.microsoft.com/office/drawing/2014/main" id="{01088C6F-CF4C-4E47-8ED3-680F349C9FB2}"/>
              </a:ext>
            </a:extLst>
          </p:cNvPr>
          <p:cNvSpPr>
            <a:spLocks xmlns:a="http://schemas.openxmlformats.org/drawingml/2006/main" noGrp="1"/>
          </p:cNvSpPr>
          <p:nvPr/>
        </p:nvSpPr>
        <p:spPr>
          <a:xfrm xmlns:a="http://schemas.openxmlformats.org/drawingml/2006/main">
            <a:off x="1428750" y="32861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0788"/>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Tính đúng đắn (Correctness): Mọi chức năng phản ánh chính xác nhu cầu khảo sát thực tế.</a:t>
            </a:r>
          </a:p>
        </p:txBody>
      </p:sp>
      <p:sp>
        <p:nvSpPr>
          <p:cNvPr id="19" name="cr-p-1">
            <a:extLst xmlns:a="http://schemas.openxmlformats.org/drawingml/2006/main">
              <a:ext uri="{FF2B5EF4-FFF2-40B4-BE49-F238E27FC236}">
                <a16:creationId xmlns:a16="http://schemas.microsoft.com/office/drawing/2014/main" id="{B07BDEAB-6BB4-4411-8CE2-644051B4ACF9}"/>
              </a:ext>
            </a:extLst>
          </p:cNvPr>
          <p:cNvSpPr>
            <a:spLocks xmlns:a="http://schemas.openxmlformats.org/drawingml/2006/main" noGrp="1"/>
          </p:cNvSpPr>
          <p:nvPr/>
        </p:nvSpPr>
        <p:spPr>
          <a:xfrm xmlns:a="http://schemas.openxmlformats.org/drawingml/2006/main">
            <a:off x="1095375" y="3743325"/>
            <a:ext cx="2667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6371"/>
          </a:bodyPr>
          <a:lstStyle xmlns:a="http://schemas.openxmlformats.org/drawingml/2006/main"/>
          <a:p xmlns:a="http://schemas.openxmlformats.org/drawingml/2006/main">
            <a:pPr algn="ctr">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02</a:t>
            </a:r>
          </a:p>
        </p:txBody>
      </p:sp>
      <p:sp>
        <p:nvSpPr>
          <p:cNvPr id="20" name="cr-t-1">
            <a:extLst xmlns:a="http://schemas.openxmlformats.org/drawingml/2006/main">
              <a:ext uri="{FF2B5EF4-FFF2-40B4-BE49-F238E27FC236}">
                <a16:creationId xmlns:a16="http://schemas.microsoft.com/office/drawing/2014/main" id="{C8275561-6C9F-4609-95C1-D3395157E668}"/>
              </a:ext>
            </a:extLst>
          </p:cNvPr>
          <p:cNvSpPr>
            <a:spLocks xmlns:a="http://schemas.openxmlformats.org/drawingml/2006/main" noGrp="1"/>
          </p:cNvSpPr>
          <p:nvPr/>
        </p:nvSpPr>
        <p:spPr>
          <a:xfrm xmlns:a="http://schemas.openxmlformats.org/drawingml/2006/main">
            <a:off x="1428750" y="37052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9348"/>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Tính đầy đủ (Completeness): Đầy đủ 10 Use Cases, quy tắc nghiệp vụ và ràng buộc hệ thống.</a:t>
            </a:r>
          </a:p>
        </p:txBody>
      </p:sp>
      <p:sp>
        <p:nvSpPr>
          <p:cNvPr id="21" name="cr-p-2">
            <a:extLst xmlns:a="http://schemas.openxmlformats.org/drawingml/2006/main">
              <a:ext uri="{FF2B5EF4-FFF2-40B4-BE49-F238E27FC236}">
                <a16:creationId xmlns:a16="http://schemas.microsoft.com/office/drawing/2014/main" id="{7859D7EE-EC07-4AAA-9685-EC6D4F664479}"/>
              </a:ext>
            </a:extLst>
          </p:cNvPr>
          <p:cNvSpPr>
            <a:spLocks xmlns:a="http://schemas.openxmlformats.org/drawingml/2006/main" noGrp="1"/>
          </p:cNvSpPr>
          <p:nvPr/>
        </p:nvSpPr>
        <p:spPr>
          <a:xfrm xmlns:a="http://schemas.openxmlformats.org/drawingml/2006/main">
            <a:off x="1095375" y="4162425"/>
            <a:ext cx="2667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6371"/>
          </a:bodyPr>
          <a:lstStyle xmlns:a="http://schemas.openxmlformats.org/drawingml/2006/main"/>
          <a:p xmlns:a="http://schemas.openxmlformats.org/drawingml/2006/main">
            <a:pPr algn="ctr">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03</a:t>
            </a:r>
          </a:p>
        </p:txBody>
      </p:sp>
      <p:sp>
        <p:nvSpPr>
          <p:cNvPr id="22" name="cr-t-2">
            <a:extLst xmlns:a="http://schemas.openxmlformats.org/drawingml/2006/main">
              <a:ext uri="{FF2B5EF4-FFF2-40B4-BE49-F238E27FC236}">
                <a16:creationId xmlns:a16="http://schemas.microsoft.com/office/drawing/2014/main" id="{920D1843-53E1-490C-A7A9-AF47C4F84882}"/>
              </a:ext>
            </a:extLst>
          </p:cNvPr>
          <p:cNvSpPr>
            <a:spLocks xmlns:a="http://schemas.openxmlformats.org/drawingml/2006/main" noGrp="1"/>
          </p:cNvSpPr>
          <p:nvPr/>
        </p:nvSpPr>
        <p:spPr>
          <a:xfrm xmlns:a="http://schemas.openxmlformats.org/drawingml/2006/main">
            <a:off x="1428750" y="41243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90692"/>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Tính nhất quán (Consistency): Không có xung đột giữa các mô hình Use Case, DFD và ERD.</a:t>
            </a:r>
          </a:p>
        </p:txBody>
      </p:sp>
      <p:sp>
        <p:nvSpPr>
          <p:cNvPr id="23" name="cr-p-3">
            <a:extLst xmlns:a="http://schemas.openxmlformats.org/drawingml/2006/main">
              <a:ext uri="{FF2B5EF4-FFF2-40B4-BE49-F238E27FC236}">
                <a16:creationId xmlns:a16="http://schemas.microsoft.com/office/drawing/2014/main" id="{0507BC34-0B7C-4E42-8477-8555FB9D66FA}"/>
              </a:ext>
            </a:extLst>
          </p:cNvPr>
          <p:cNvSpPr>
            <a:spLocks xmlns:a="http://schemas.openxmlformats.org/drawingml/2006/main" noGrp="1"/>
          </p:cNvSpPr>
          <p:nvPr/>
        </p:nvSpPr>
        <p:spPr>
          <a:xfrm xmlns:a="http://schemas.openxmlformats.org/drawingml/2006/main">
            <a:off x="1095375" y="4581525"/>
            <a:ext cx="2667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6371"/>
          </a:bodyPr>
          <a:lstStyle xmlns:a="http://schemas.openxmlformats.org/drawingml/2006/main"/>
          <a:p xmlns:a="http://schemas.openxmlformats.org/drawingml/2006/main">
            <a:pPr algn="ctr">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04</a:t>
            </a:r>
          </a:p>
        </p:txBody>
      </p:sp>
      <p:sp>
        <p:nvSpPr>
          <p:cNvPr id="24" name="cr-t-3">
            <a:extLst xmlns:a="http://schemas.openxmlformats.org/drawingml/2006/main">
              <a:ext uri="{FF2B5EF4-FFF2-40B4-BE49-F238E27FC236}">
                <a16:creationId xmlns:a16="http://schemas.microsoft.com/office/drawing/2014/main" id="{A2DD0828-415E-4B79-BD36-03C769979031}"/>
              </a:ext>
            </a:extLst>
          </p:cNvPr>
          <p:cNvSpPr>
            <a:spLocks xmlns:a="http://schemas.openxmlformats.org/drawingml/2006/main" noGrp="1"/>
          </p:cNvSpPr>
          <p:nvPr/>
        </p:nvSpPr>
        <p:spPr>
          <a:xfrm xmlns:a="http://schemas.openxmlformats.org/drawingml/2006/main">
            <a:off x="1428750" y="45434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62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Khả năng kiểm thử (Verifiability): Mọi Acceptance Criteria đều có test case và bằng chứng đo lường.</a:t>
            </a:r>
          </a:p>
        </p:txBody>
      </p:sp>
      <p:sp>
        <p:nvSpPr>
          <p:cNvPr id="25" name="cr-p-4">
            <a:extLst xmlns:a="http://schemas.openxmlformats.org/drawingml/2006/main">
              <a:ext uri="{FF2B5EF4-FFF2-40B4-BE49-F238E27FC236}">
                <a16:creationId xmlns:a16="http://schemas.microsoft.com/office/drawing/2014/main" id="{D4991E2C-CC98-4F52-8D8E-79286FC15585}"/>
              </a:ext>
            </a:extLst>
          </p:cNvPr>
          <p:cNvSpPr>
            <a:spLocks xmlns:a="http://schemas.openxmlformats.org/drawingml/2006/main" noGrp="1"/>
          </p:cNvSpPr>
          <p:nvPr/>
        </p:nvSpPr>
        <p:spPr>
          <a:xfrm xmlns:a="http://schemas.openxmlformats.org/drawingml/2006/main">
            <a:off x="1095375" y="5000625"/>
            <a:ext cx="266700" cy="247650"/>
          </a:xfrm>
          <a:prstGeom xmlns:a="http://schemas.openxmlformats.org/drawingml/2006/main" prst="roundRect">
            <a:avLst>
              <a:gd name="adj" fmla="val 30769"/>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6371"/>
          </a:bodyPr>
          <a:lstStyle xmlns:a="http://schemas.openxmlformats.org/drawingml/2006/main"/>
          <a:p xmlns:a="http://schemas.openxmlformats.org/drawingml/2006/main">
            <a:pPr algn="ctr">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05</a:t>
            </a:r>
          </a:p>
        </p:txBody>
      </p:sp>
      <p:sp>
        <p:nvSpPr>
          <p:cNvPr id="26" name="cr-t-4">
            <a:extLst xmlns:a="http://schemas.openxmlformats.org/drawingml/2006/main">
              <a:ext uri="{FF2B5EF4-FFF2-40B4-BE49-F238E27FC236}">
                <a16:creationId xmlns:a16="http://schemas.microsoft.com/office/drawing/2014/main" id="{6BC0CE54-7168-4523-B4E7-90BB0E6A4369}"/>
              </a:ext>
            </a:extLst>
          </p:cNvPr>
          <p:cNvSpPr>
            <a:spLocks xmlns:a="http://schemas.openxmlformats.org/drawingml/2006/main" noGrp="1"/>
          </p:cNvSpPr>
          <p:nvPr/>
        </p:nvSpPr>
        <p:spPr>
          <a:xfrm xmlns:a="http://schemas.openxmlformats.org/drawingml/2006/main">
            <a:off x="1428750" y="49625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8669"/>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Khả năng truy vết (Traceability): 100% yêu cầu có mã định danh liên kết xuyên suốt quy trình.</a:t>
            </a:r>
          </a:p>
        </p:txBody>
      </p:sp>
      <p:sp>
        <p:nvSpPr>
          <p:cNvPr id="27" name="slot-models-bg">
            <a:extLst xmlns:a="http://schemas.openxmlformats.org/drawingml/2006/main">
              <a:ext uri="{FF2B5EF4-FFF2-40B4-BE49-F238E27FC236}">
                <a16:creationId xmlns:a16="http://schemas.microsoft.com/office/drawing/2014/main" id="{E7F1D0BC-0124-47F5-A98E-D58969DA94E2}"/>
              </a:ext>
            </a:extLst>
          </p:cNvPr>
          <p:cNvSpPr>
            <a:spLocks xmlns:a="http://schemas.openxmlformats.org/drawingml/2006/main" noGrp="1"/>
          </p:cNvSpPr>
          <p:nvPr/>
        </p:nvSpPr>
        <p:spPr>
          <a:xfrm xmlns:a="http://schemas.openxmlformats.org/drawingml/2006/main">
            <a:off x="6238875" y="2762250"/>
            <a:ext cx="5048250" cy="2714625"/>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11430">
            <a:solidFill>
              <a:srgbClr val="DDD6FE"/>
            </a:solidFill>
            <a:prstDash val="solid"/>
          </a:ln>
        </p:spPr>
      </p:sp>
      <p:sp>
        <p:nvSpPr>
          <p:cNvPr id="28" name="slot-models-tag">
            <a:extLst xmlns:a="http://schemas.openxmlformats.org/drawingml/2006/main">
              <a:ext uri="{FF2B5EF4-FFF2-40B4-BE49-F238E27FC236}">
                <a16:creationId xmlns:a16="http://schemas.microsoft.com/office/drawing/2014/main" id="{990AA9CC-8B52-4B3F-814D-03F4C37E46AD}"/>
              </a:ext>
            </a:extLst>
          </p:cNvPr>
          <p:cNvSpPr>
            <a:spLocks xmlns:a="http://schemas.openxmlformats.org/drawingml/2006/main" noGrp="1"/>
          </p:cNvSpPr>
          <p:nvPr/>
        </p:nvSpPr>
        <p:spPr>
          <a:xfrm xmlns:a="http://schemas.openxmlformats.org/drawingml/2006/main">
            <a:off x="6353175" y="2819400"/>
            <a:ext cx="304800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85710"/>
          </a:bodyPr>
          <a:lstStyle xmlns:a="http://schemas.openxmlformats.org/drawingml/2006/main"/>
          <a:p xmlns:a="http://schemas.openxmlformats.org/drawingml/2006/main">
            <a:pPr algn="ctr">
              <a:buNone/>
              <a:defRPr sz="825" b="1" i="0">
                <a:solidFill>
                  <a:srgbClr val="3730A3"/>
                </a:solidFill>
                <a:latin typeface="Segoe UI"/>
                <a:ea typeface="Segoe UI"/>
                <a:cs typeface="Segoe UI"/>
              </a:defRPr>
            </a:pPr>
            <a:r>
              <a:rPr sz="825" b="1" i="0">
                <a:solidFill>
                  <a:srgbClr val="3730A3"/>
                </a:solidFill>
                <a:latin typeface="Segoe UI"/>
                <a:ea typeface="Segoe UI"/>
                <a:cs typeface="Segoe UI"/>
              </a:rPr>
              <a:t>SƠ ĐỒ TUẦN TỰ ÔN TẬP SRS</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85612aa0eec3409c"/>
          <a:stretch xmlns:a="http://schemas.openxmlformats.org/drawingml/2006/main"/>
        </p:blipFill>
        <p:spPr>
          <a:xfrm xmlns:a="http://schemas.openxmlformats.org/drawingml/2006/main">
            <a:off x="6922431" y="3048000"/>
            <a:ext cx="3681139" cy="2333625"/>
          </a:xfrm>
          <a:prstGeom xmlns:a="http://schemas.openxmlformats.org/drawingml/2006/main" prst="rect">
            <a:avLst/>
          </a:prstGeom>
        </p:spPr>
      </p:pic>
    </p:spTree>
    <p:extLst>
      <p:ext uri="{BB962C8B-B14F-4D97-AF65-F5344CB8AC3E}">
        <p14:creationId xmlns:p14="http://schemas.microsoft.com/office/powerpoint/2010/main" val="496382568"/>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38"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cat-22">
            <a:extLst xmlns:a="http://schemas.openxmlformats.org/drawingml/2006/main">
              <a:ext uri="{FF2B5EF4-FFF2-40B4-BE49-F238E27FC236}">
                <a16:creationId xmlns:a16="http://schemas.microsoft.com/office/drawing/2014/main" id="{BF694844-9A39-4347-9B86-447925043D3C}"/>
              </a:ext>
            </a:extLst>
          </p:cNvPr>
          <p:cNvSpPr>
            <a:spLocks xmlns:a="http://schemas.openxmlformats.org/drawingml/2006/main" noGrp="1"/>
          </p:cNvSpPr>
          <p:nvPr/>
        </p:nvSpPr>
        <p:spPr>
          <a:xfrm xmlns:a="http://schemas.openxmlformats.org/drawingml/2006/main">
            <a:off x="904875" y="11525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1" i="0">
                <a:solidFill>
                  <a:srgbClr val="4338CA"/>
                </a:solidFill>
                <a:latin typeface="Segoe UI"/>
                <a:ea typeface="Segoe UI"/>
                <a:cs typeface="Segoe UI"/>
              </a:defRPr>
            </a:pPr>
            <a:r>
              <a:rPr sz="900" b="1" i="0">
                <a:solidFill>
                  <a:srgbClr val="4338CA"/>
                </a:solidFill>
                <a:latin typeface="Segoe UI"/>
                <a:ea typeface="Segoe UI"/>
                <a:cs typeface="Segoe UI"/>
              </a:rPr>
              <a:t>HIỆN TRẠNG &amp; KẾT LUẬN</a:t>
            </a:r>
          </a:p>
        </p:txBody>
      </p:sp>
      <p:sp>
        <p:nvSpPr>
          <p:cNvPr id="3" name="title-22">
            <a:extLst xmlns:a="http://schemas.openxmlformats.org/drawingml/2006/main">
              <a:ext uri="{FF2B5EF4-FFF2-40B4-BE49-F238E27FC236}">
                <a16:creationId xmlns:a16="http://schemas.microsoft.com/office/drawing/2014/main" id="{40EC2505-512A-4E27-BE74-A375A86ADC44}"/>
              </a:ext>
            </a:extLst>
          </p:cNvPr>
          <p:cNvSpPr>
            <a:spLocks xmlns:a="http://schemas.openxmlformats.org/drawingml/2006/main" noGrp="1"/>
          </p:cNvSpPr>
          <p:nvPr/>
        </p:nvSpPr>
        <p:spPr>
          <a:xfrm xmlns:a="http://schemas.openxmlformats.org/drawingml/2006/main">
            <a:off x="904875" y="13430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19050" bIns="0" anchor="ctr">
            <a:normAutofit fontScale="100000"/>
          </a:bodyPr>
          <a:lstStyle xmlns:a="http://schemas.openxmlformats.org/drawingml/2006/main"/>
          <a:p xmlns:a="http://schemas.openxmlformats.org/drawingml/2006/main">
            <a:pPr algn="l">
              <a:buNone/>
              <a:defRPr sz="2025" b="1" i="0">
                <a:solidFill>
                  <a:srgbClr val="2D1976"/>
                </a:solidFill>
                <a:latin typeface="Segoe UI"/>
                <a:ea typeface="Segoe UI"/>
                <a:cs typeface="Segoe UI"/>
              </a:defRPr>
            </a:pPr>
            <a:r>
              <a:rPr sz="2025" b="1" i="0">
                <a:solidFill>
                  <a:srgbClr val="2D1976"/>
                </a:solidFill>
                <a:latin typeface="Segoe UI"/>
                <a:ea typeface="Segoe UI"/>
                <a:cs typeface="Segoe UI"/>
              </a:rPr>
              <a:t>TỔNG KẾT VÀ HIỆN TRẠNG ĐỀ TÀI LINGORA</a:t>
            </a:r>
          </a:p>
        </p:txBody>
      </p:sp>
      <p:sp>
        <p:nvSpPr>
          <p:cNvPr id="4" name="rule-22">
            <a:extLst xmlns:a="http://schemas.openxmlformats.org/drawingml/2006/main">
              <a:ext uri="{FF2B5EF4-FFF2-40B4-BE49-F238E27FC236}">
                <a16:creationId xmlns:a16="http://schemas.microsoft.com/office/drawing/2014/main" id="{BB76FE4D-5D4D-43D9-B418-53F5EBA89381}"/>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5" name="cl-thesis-card">
            <a:extLst xmlns:a="http://schemas.openxmlformats.org/drawingml/2006/main">
              <a:ext uri="{FF2B5EF4-FFF2-40B4-BE49-F238E27FC236}">
                <a16:creationId xmlns:a16="http://schemas.microsoft.com/office/drawing/2014/main" id="{825B863D-341A-4328-BCD1-E0ED442AD736}"/>
              </a:ext>
            </a:extLst>
          </p:cNvPr>
          <p:cNvSpPr>
            <a:spLocks xmlns:a="http://schemas.openxmlformats.org/drawingml/2006/main" noGrp="1"/>
          </p:cNvSpPr>
          <p:nvPr/>
        </p:nvSpPr>
        <p:spPr>
          <a:xfrm xmlns:a="http://schemas.openxmlformats.org/drawingml/2006/main">
            <a:off x="904875" y="2047875"/>
            <a:ext cx="10382250" cy="742950"/>
          </a:xfrm>
          <a:prstGeom xmlns:a="http://schemas.openxmlformats.org/drawingml/2006/main" prst="roundRect">
            <a:avLst>
              <a:gd name="adj" fmla="val 20513"/>
            </a:avLst>
          </a:prstGeom>
          <a:solidFill xmlns:a="http://schemas.openxmlformats.org/drawingml/2006/main">
            <a:srgbClr val="F5F3FF"/>
          </a:solidFill>
          <a:ln xmlns:a="http://schemas.openxmlformats.org/drawingml/2006/main" w="11430">
            <a:solidFill>
              <a:srgbClr val="DDD6FE"/>
            </a:solidFill>
            <a:prstDash val="solid"/>
          </a:ln>
        </p:spPr>
      </p:sp>
      <p:sp>
        <p:nvSpPr>
          <p:cNvPr id="6" name="cl-thesis-tag">
            <a:extLst xmlns:a="http://schemas.openxmlformats.org/drawingml/2006/main">
              <a:ext uri="{FF2B5EF4-FFF2-40B4-BE49-F238E27FC236}">
                <a16:creationId xmlns:a16="http://schemas.microsoft.com/office/drawing/2014/main" id="{BA5C4058-00FE-49C9-83DD-C933C7B69A98}"/>
              </a:ext>
            </a:extLst>
          </p:cNvPr>
          <p:cNvSpPr>
            <a:spLocks xmlns:a="http://schemas.openxmlformats.org/drawingml/2006/main" noGrp="1"/>
          </p:cNvSpPr>
          <p:nvPr/>
        </p:nvSpPr>
        <p:spPr>
          <a:xfrm xmlns:a="http://schemas.openxmlformats.org/drawingml/2006/main">
            <a:off x="1095375" y="2152650"/>
            <a:ext cx="1428750" cy="228600"/>
          </a:xfrm>
          <a:prstGeom xmlns:a="http://schemas.openxmlformats.org/drawingml/2006/main" prst="roundRect">
            <a:avLst>
              <a:gd name="adj" fmla="val 33333"/>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92457"/>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KẾT LUẬN ĐỀ TÀI</a:t>
            </a:r>
          </a:p>
        </p:txBody>
      </p:sp>
      <p:sp>
        <p:nvSpPr>
          <p:cNvPr id="7" name="cl-thesis-txt">
            <a:extLst xmlns:a="http://schemas.openxmlformats.org/drawingml/2006/main">
              <a:ext uri="{FF2B5EF4-FFF2-40B4-BE49-F238E27FC236}">
                <a16:creationId xmlns:a16="http://schemas.microsoft.com/office/drawing/2014/main" id="{F0877E25-D38E-47B9-8D7B-59A6006B9DB8}"/>
              </a:ext>
            </a:extLst>
          </p:cNvPr>
          <p:cNvSpPr>
            <a:spLocks xmlns:a="http://schemas.openxmlformats.org/drawingml/2006/main" noGrp="1"/>
          </p:cNvSpPr>
          <p:nvPr/>
        </p:nvSpPr>
        <p:spPr>
          <a:xfrm xmlns:a="http://schemas.openxmlformats.org/drawingml/2006/main">
            <a:off x="1095375" y="2400300"/>
            <a:ext cx="1000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86939"/>
          </a:bodyPr>
          <a:lstStyle xmlns:a="http://schemas.openxmlformats.org/drawingml/2006/main"/>
          <a:p xmlns:a="http://schemas.openxmlformats.org/drawingml/2006/main">
            <a:pPr algn="l">
              <a:buNone/>
              <a:defRPr sz="1013" b="1" i="0">
                <a:solidFill>
                  <a:srgbClr val="2D1976"/>
                </a:solidFill>
                <a:latin typeface="Segoe UI"/>
                <a:ea typeface="Segoe UI"/>
                <a:cs typeface="Segoe UI"/>
              </a:defRPr>
            </a:pPr>
            <a:r>
              <a:rPr sz="1013" b="1" i="0">
                <a:solidFill>
                  <a:srgbClr val="2D1976"/>
                </a:solidFill>
                <a:latin typeface="Segoe UI"/>
                <a:ea typeface="Segoe UI"/>
                <a:cs typeface="Segoe UI"/>
              </a:rPr>
              <a:t>Đề tài đã hoàn thành xuất sắc toàn bộ công tác phân tích, đặc tả và mô hình hóa hệ thống với 10 Use Cases hoàn chỉnh, 22 sơ đồ kỹ thuật chuẩn hóa và sẵn sàng cho các giai đoạn phát triển tiếp theo.</a:t>
            </a:r>
          </a:p>
        </p:txBody>
      </p:sp>
      <p:sp>
        <p:nvSpPr>
          <p:cNvPr id="8" name="st-col-card-0">
            <a:extLst xmlns:a="http://schemas.openxmlformats.org/drawingml/2006/main">
              <a:ext uri="{FF2B5EF4-FFF2-40B4-BE49-F238E27FC236}">
                <a16:creationId xmlns:a16="http://schemas.microsoft.com/office/drawing/2014/main" id="{5B11E4DB-3BB4-411D-B6B0-B14928B05DAA}"/>
              </a:ext>
            </a:extLst>
          </p:cNvPr>
          <p:cNvSpPr>
            <a:spLocks xmlns:a="http://schemas.openxmlformats.org/drawingml/2006/main" noGrp="1"/>
          </p:cNvSpPr>
          <p:nvPr/>
        </p:nvSpPr>
        <p:spPr>
          <a:xfrm xmlns:a="http://schemas.openxmlformats.org/drawingml/2006/main">
            <a:off x="904875" y="2905125"/>
            <a:ext cx="3238500" cy="2524125"/>
          </a:xfrm>
          <a:prstGeom xmlns:a="http://schemas.openxmlformats.org/drawingml/2006/main" prst="roundRect">
            <a:avLst>
              <a:gd name="adj" fmla="val 4528"/>
            </a:avLst>
          </a:prstGeom>
          <a:solidFill xmlns:a="http://schemas.openxmlformats.org/drawingml/2006/main">
            <a:srgbClr val="FFFFFF"/>
          </a:solidFill>
          <a:ln xmlns:a="http://schemas.openxmlformats.org/drawingml/2006/main" w="11430">
            <a:solidFill>
              <a:srgbClr val="E2E8F0"/>
            </a:solidFill>
            <a:prstDash val="solid"/>
          </a:ln>
        </p:spPr>
      </p:sp>
      <p:sp>
        <p:nvSpPr>
          <p:cNvPr id="9" name="st-col-tag-0">
            <a:extLst xmlns:a="http://schemas.openxmlformats.org/drawingml/2006/main">
              <a:ext uri="{FF2B5EF4-FFF2-40B4-BE49-F238E27FC236}">
                <a16:creationId xmlns:a16="http://schemas.microsoft.com/office/drawing/2014/main" id="{C5C0F4BF-3ACD-4839-B861-DD32790F44E8}"/>
              </a:ext>
            </a:extLst>
          </p:cNvPr>
          <p:cNvSpPr>
            <a:spLocks xmlns:a="http://schemas.openxmlformats.org/drawingml/2006/main" noGrp="1"/>
          </p:cNvSpPr>
          <p:nvPr/>
        </p:nvSpPr>
        <p:spPr>
          <a:xfrm xmlns:a="http://schemas.openxmlformats.org/drawingml/2006/main">
            <a:off x="1019175" y="3028950"/>
            <a:ext cx="3009900" cy="285750"/>
          </a:xfrm>
          <a:prstGeom xmlns:a="http://schemas.openxmlformats.org/drawingml/2006/main" prst="roundRect">
            <a:avLst>
              <a:gd name="adj" fmla="val 26667"/>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15803D"/>
                </a:solidFill>
                <a:latin typeface="Segoe UI"/>
                <a:ea typeface="Segoe UI"/>
                <a:cs typeface="Segoe UI"/>
              </a:defRPr>
            </a:pPr>
            <a:r>
              <a:rPr sz="900" b="1" i="0">
                <a:solidFill>
                  <a:srgbClr val="15803D"/>
                </a:solidFill>
                <a:latin typeface="Segoe UI"/>
                <a:ea typeface="Segoe UI"/>
                <a:cs typeface="Segoe UI"/>
              </a:rPr>
              <a:t>1. ĐÃ HOÀN THÀNH NỀN TẢNG (M1)</a:t>
            </a:r>
          </a:p>
        </p:txBody>
      </p:sp>
      <p:sp>
        <p:nvSpPr>
          <p:cNvPr id="10" name="st-col-dot-0-0">
            <a:extLst xmlns:a="http://schemas.openxmlformats.org/drawingml/2006/main">
              <a:ext uri="{FF2B5EF4-FFF2-40B4-BE49-F238E27FC236}">
                <a16:creationId xmlns:a16="http://schemas.microsoft.com/office/drawing/2014/main" id="{71CFFFB4-11DF-475C-A937-4FC1F5DF599F}"/>
              </a:ext>
            </a:extLst>
          </p:cNvPr>
          <p:cNvSpPr>
            <a:spLocks xmlns:a="http://schemas.openxmlformats.org/drawingml/2006/main" noGrp="1"/>
          </p:cNvSpPr>
          <p:nvPr/>
        </p:nvSpPr>
        <p:spPr>
          <a:xfrm xmlns:a="http://schemas.openxmlformats.org/drawingml/2006/main">
            <a:off x="1057275" y="3467100"/>
            <a:ext cx="209550"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buNone/>
              <a:defRPr sz="900" b="1" i="0">
                <a:solidFill>
                  <a:srgbClr val="15803D"/>
                </a:solidFill>
                <a:latin typeface="Segoe UI"/>
                <a:ea typeface="Segoe UI"/>
                <a:cs typeface="Segoe UI"/>
              </a:defRPr>
            </a:pPr>
            <a:r>
              <a:rPr sz="900" b="1" i="0">
                <a:solidFill>
                  <a:srgbClr val="15803D"/>
                </a:solidFill>
                <a:latin typeface="Segoe UI"/>
                <a:ea typeface="Segoe UI"/>
                <a:cs typeface="Segoe UI"/>
              </a:rPr>
              <a:t>✓</a:t>
            </a:r>
          </a:p>
        </p:txBody>
      </p:sp>
      <p:sp>
        <p:nvSpPr>
          <p:cNvPr id="11" name="st-col-txt-0-0">
            <a:extLst xmlns:a="http://schemas.openxmlformats.org/drawingml/2006/main">
              <a:ext uri="{FF2B5EF4-FFF2-40B4-BE49-F238E27FC236}">
                <a16:creationId xmlns:a16="http://schemas.microsoft.com/office/drawing/2014/main" id="{ADFC381E-6048-4BA8-BD00-D027AB5A7CAA}"/>
              </a:ext>
            </a:extLst>
          </p:cNvPr>
          <p:cNvSpPr>
            <a:spLocks xmlns:a="http://schemas.openxmlformats.org/drawingml/2006/main" noGrp="1"/>
          </p:cNvSpPr>
          <p:nvPr/>
        </p:nvSpPr>
        <p:spPr>
          <a:xfrm xmlns:a="http://schemas.openxmlformats.org/drawingml/2006/main">
            <a:off x="1323975" y="342900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Xác thực Supabase &amp; phiên an toàn (UC-01)</a:t>
            </a:r>
          </a:p>
        </p:txBody>
      </p:sp>
      <p:sp>
        <p:nvSpPr>
          <p:cNvPr id="12" name="st-col-dot-0-1">
            <a:extLst xmlns:a="http://schemas.openxmlformats.org/drawingml/2006/main">
              <a:ext uri="{FF2B5EF4-FFF2-40B4-BE49-F238E27FC236}">
                <a16:creationId xmlns:a16="http://schemas.microsoft.com/office/drawing/2014/main" id="{97F17B3A-E81A-42C5-AC12-9E19876A028D}"/>
              </a:ext>
            </a:extLst>
          </p:cNvPr>
          <p:cNvSpPr>
            <a:spLocks xmlns:a="http://schemas.openxmlformats.org/drawingml/2006/main" noGrp="1"/>
          </p:cNvSpPr>
          <p:nvPr/>
        </p:nvSpPr>
        <p:spPr>
          <a:xfrm xmlns:a="http://schemas.openxmlformats.org/drawingml/2006/main">
            <a:off x="1057275" y="3943350"/>
            <a:ext cx="209550"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buNone/>
              <a:defRPr sz="900" b="1" i="0">
                <a:solidFill>
                  <a:srgbClr val="15803D"/>
                </a:solidFill>
                <a:latin typeface="Segoe UI"/>
                <a:ea typeface="Segoe UI"/>
                <a:cs typeface="Segoe UI"/>
              </a:defRPr>
            </a:pPr>
            <a:r>
              <a:rPr sz="900" b="1" i="0">
                <a:solidFill>
                  <a:srgbClr val="15803D"/>
                </a:solidFill>
                <a:latin typeface="Segoe UI"/>
                <a:ea typeface="Segoe UI"/>
                <a:cs typeface="Segoe UI"/>
              </a:rPr>
              <a:t>✓</a:t>
            </a:r>
          </a:p>
        </p:txBody>
      </p:sp>
      <p:sp>
        <p:nvSpPr>
          <p:cNvPr id="13" name="st-col-txt-0-1">
            <a:extLst xmlns:a="http://schemas.openxmlformats.org/drawingml/2006/main">
              <a:ext uri="{FF2B5EF4-FFF2-40B4-BE49-F238E27FC236}">
                <a16:creationId xmlns:a16="http://schemas.microsoft.com/office/drawing/2014/main" id="{2A003F11-81D1-4671-99E7-C3855073B899}"/>
              </a:ext>
            </a:extLst>
          </p:cNvPr>
          <p:cNvSpPr>
            <a:spLocks xmlns:a="http://schemas.openxmlformats.org/drawingml/2006/main" noGrp="1"/>
          </p:cNvSpPr>
          <p:nvPr/>
        </p:nvSpPr>
        <p:spPr>
          <a:xfrm xmlns:a="http://schemas.openxmlformats.org/drawingml/2006/main">
            <a:off x="1323975" y="390525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Mô hình dữ liệu vật lý chuẩn hóa (15 active)</a:t>
            </a:r>
          </a:p>
        </p:txBody>
      </p:sp>
      <p:sp>
        <p:nvSpPr>
          <p:cNvPr id="14" name="st-col-dot-0-2">
            <a:extLst xmlns:a="http://schemas.openxmlformats.org/drawingml/2006/main">
              <a:ext uri="{FF2B5EF4-FFF2-40B4-BE49-F238E27FC236}">
                <a16:creationId xmlns:a16="http://schemas.microsoft.com/office/drawing/2014/main" id="{5A4F13CB-A8AA-44C5-8B73-293929BB7642}"/>
              </a:ext>
            </a:extLst>
          </p:cNvPr>
          <p:cNvSpPr>
            <a:spLocks xmlns:a="http://schemas.openxmlformats.org/drawingml/2006/main" noGrp="1"/>
          </p:cNvSpPr>
          <p:nvPr/>
        </p:nvSpPr>
        <p:spPr>
          <a:xfrm xmlns:a="http://schemas.openxmlformats.org/drawingml/2006/main">
            <a:off x="1057275" y="4419600"/>
            <a:ext cx="209550"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buNone/>
              <a:defRPr sz="900" b="1" i="0">
                <a:solidFill>
                  <a:srgbClr val="15803D"/>
                </a:solidFill>
                <a:latin typeface="Segoe UI"/>
                <a:ea typeface="Segoe UI"/>
                <a:cs typeface="Segoe UI"/>
              </a:defRPr>
            </a:pPr>
            <a:r>
              <a:rPr sz="900" b="1" i="0">
                <a:solidFill>
                  <a:srgbClr val="15803D"/>
                </a:solidFill>
                <a:latin typeface="Segoe UI"/>
                <a:ea typeface="Segoe UI"/>
                <a:cs typeface="Segoe UI"/>
              </a:rPr>
              <a:t>✓</a:t>
            </a:r>
          </a:p>
        </p:txBody>
      </p:sp>
      <p:sp>
        <p:nvSpPr>
          <p:cNvPr id="15" name="st-col-txt-0-2">
            <a:extLst xmlns:a="http://schemas.openxmlformats.org/drawingml/2006/main">
              <a:ext uri="{FF2B5EF4-FFF2-40B4-BE49-F238E27FC236}">
                <a16:creationId xmlns:a16="http://schemas.microsoft.com/office/drawing/2014/main" id="{A6E0FF12-398F-459F-A7E1-7B33C307FE66}"/>
              </a:ext>
            </a:extLst>
          </p:cNvPr>
          <p:cNvSpPr>
            <a:spLocks xmlns:a="http://schemas.openxmlformats.org/drawingml/2006/main" noGrp="1"/>
          </p:cNvSpPr>
          <p:nvPr/>
        </p:nvSpPr>
        <p:spPr>
          <a:xfrm xmlns:a="http://schemas.openxmlformats.org/drawingml/2006/main">
            <a:off x="1323975" y="438150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Trang quản trị CMS &amp; xuất bản nội dung (UC-04)</a:t>
            </a:r>
          </a:p>
        </p:txBody>
      </p:sp>
      <p:sp>
        <p:nvSpPr>
          <p:cNvPr id="16" name="st-col-dot-0-3">
            <a:extLst xmlns:a="http://schemas.openxmlformats.org/drawingml/2006/main">
              <a:ext uri="{FF2B5EF4-FFF2-40B4-BE49-F238E27FC236}">
                <a16:creationId xmlns:a16="http://schemas.microsoft.com/office/drawing/2014/main" id="{11871C9A-70DA-417C-ADD0-08AD75C0655A}"/>
              </a:ext>
            </a:extLst>
          </p:cNvPr>
          <p:cNvSpPr>
            <a:spLocks xmlns:a="http://schemas.openxmlformats.org/drawingml/2006/main" noGrp="1"/>
          </p:cNvSpPr>
          <p:nvPr/>
        </p:nvSpPr>
        <p:spPr>
          <a:xfrm xmlns:a="http://schemas.openxmlformats.org/drawingml/2006/main">
            <a:off x="1057275" y="4895850"/>
            <a:ext cx="209550" cy="209550"/>
          </a:xfrm>
          <a:prstGeom xmlns:a="http://schemas.openxmlformats.org/drawingml/2006/main" prst="roundRect">
            <a:avLst>
              <a:gd name="adj" fmla="val 36364"/>
            </a:avLst>
          </a:prstGeom>
          <a:solidFill xmlns:a="http://schemas.openxmlformats.org/drawingml/2006/main">
            <a:srgbClr val="DCFCE7"/>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buNone/>
              <a:defRPr sz="900" b="1" i="0">
                <a:solidFill>
                  <a:srgbClr val="15803D"/>
                </a:solidFill>
                <a:latin typeface="Segoe UI"/>
                <a:ea typeface="Segoe UI"/>
                <a:cs typeface="Segoe UI"/>
              </a:defRPr>
            </a:pPr>
            <a:r>
              <a:rPr sz="900" b="1" i="0">
                <a:solidFill>
                  <a:srgbClr val="15803D"/>
                </a:solidFill>
                <a:latin typeface="Segoe UI"/>
                <a:ea typeface="Segoe UI"/>
                <a:cs typeface="Segoe UI"/>
              </a:rPr>
              <a:t>✓</a:t>
            </a:r>
          </a:p>
        </p:txBody>
      </p:sp>
      <p:sp>
        <p:nvSpPr>
          <p:cNvPr id="17" name="st-col-txt-0-3">
            <a:extLst xmlns:a="http://schemas.openxmlformats.org/drawingml/2006/main">
              <a:ext uri="{FF2B5EF4-FFF2-40B4-BE49-F238E27FC236}">
                <a16:creationId xmlns:a16="http://schemas.microsoft.com/office/drawing/2014/main" id="{FB6884A3-3EC4-4EE9-B9D3-3EA7EE1F84E3}"/>
              </a:ext>
            </a:extLst>
          </p:cNvPr>
          <p:cNvSpPr>
            <a:spLocks xmlns:a="http://schemas.openxmlformats.org/drawingml/2006/main" noGrp="1"/>
          </p:cNvSpPr>
          <p:nvPr/>
        </p:nvSpPr>
        <p:spPr>
          <a:xfrm xmlns:a="http://schemas.openxmlformats.org/drawingml/2006/main">
            <a:off x="1323975" y="485775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Giao diện Web học tập Responsive &amp; đa ngôn ngữ</a:t>
            </a:r>
          </a:p>
        </p:txBody>
      </p:sp>
      <p:sp>
        <p:nvSpPr>
          <p:cNvPr id="18" name="st-col-card-1">
            <a:extLst xmlns:a="http://schemas.openxmlformats.org/drawingml/2006/main">
              <a:ext uri="{FF2B5EF4-FFF2-40B4-BE49-F238E27FC236}">
                <a16:creationId xmlns:a16="http://schemas.microsoft.com/office/drawing/2014/main" id="{6B6FDCD3-0931-4F1C-A45F-8EC333AC61D9}"/>
              </a:ext>
            </a:extLst>
          </p:cNvPr>
          <p:cNvSpPr>
            <a:spLocks xmlns:a="http://schemas.openxmlformats.org/drawingml/2006/main" noGrp="1"/>
          </p:cNvSpPr>
          <p:nvPr/>
        </p:nvSpPr>
        <p:spPr>
          <a:xfrm xmlns:a="http://schemas.openxmlformats.org/drawingml/2006/main">
            <a:off x="4476750" y="2905125"/>
            <a:ext cx="3238500" cy="2524125"/>
          </a:xfrm>
          <a:prstGeom xmlns:a="http://schemas.openxmlformats.org/drawingml/2006/main" prst="roundRect">
            <a:avLst>
              <a:gd name="adj" fmla="val 4528"/>
            </a:avLst>
          </a:prstGeom>
          <a:solidFill xmlns:a="http://schemas.openxmlformats.org/drawingml/2006/main">
            <a:srgbClr val="FFFFFF"/>
          </a:solidFill>
          <a:ln xmlns:a="http://schemas.openxmlformats.org/drawingml/2006/main" w="11430">
            <a:solidFill>
              <a:srgbClr val="E2E8F0"/>
            </a:solidFill>
            <a:prstDash val="solid"/>
          </a:ln>
        </p:spPr>
      </p:sp>
      <p:sp>
        <p:nvSpPr>
          <p:cNvPr id="19" name="st-col-tag-1">
            <a:extLst xmlns:a="http://schemas.openxmlformats.org/drawingml/2006/main">
              <a:ext uri="{FF2B5EF4-FFF2-40B4-BE49-F238E27FC236}">
                <a16:creationId xmlns:a16="http://schemas.microsoft.com/office/drawing/2014/main" id="{E952F056-3AAD-470E-9CC0-24FDE48B0131}"/>
              </a:ext>
            </a:extLst>
          </p:cNvPr>
          <p:cNvSpPr>
            <a:spLocks xmlns:a="http://schemas.openxmlformats.org/drawingml/2006/main" noGrp="1"/>
          </p:cNvSpPr>
          <p:nvPr/>
        </p:nvSpPr>
        <p:spPr>
          <a:xfrm xmlns:a="http://schemas.openxmlformats.org/drawingml/2006/main">
            <a:off x="4591050" y="3028950"/>
            <a:ext cx="3009900" cy="285750"/>
          </a:xfrm>
          <a:prstGeom xmlns:a="http://schemas.openxmlformats.org/drawingml/2006/main" prst="roundRect">
            <a:avLst>
              <a:gd name="adj" fmla="val 26667"/>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2. CHỨC NĂNG NGHIỆP VỤ (M2)</a:t>
            </a:r>
          </a:p>
        </p:txBody>
      </p:sp>
      <p:sp>
        <p:nvSpPr>
          <p:cNvPr id="20" name="st-col-dot-1-0">
            <a:extLst xmlns:a="http://schemas.openxmlformats.org/drawingml/2006/main">
              <a:ext uri="{FF2B5EF4-FFF2-40B4-BE49-F238E27FC236}">
                <a16:creationId xmlns:a16="http://schemas.microsoft.com/office/drawing/2014/main" id="{AE5ABE98-9032-4AD6-96A5-1440962BE9BF}"/>
              </a:ext>
            </a:extLst>
          </p:cNvPr>
          <p:cNvSpPr>
            <a:spLocks xmlns:a="http://schemas.openxmlformats.org/drawingml/2006/main" noGrp="1"/>
          </p:cNvSpPr>
          <p:nvPr/>
        </p:nvSpPr>
        <p:spPr>
          <a:xfrm xmlns:a="http://schemas.openxmlformats.org/drawingml/2006/main">
            <a:off x="4629150" y="3467100"/>
            <a:ext cx="209550" cy="209550"/>
          </a:xfrm>
          <a:prstGeom xmlns:a="http://schemas.openxmlformats.org/drawingml/2006/main" prst="roundRect">
            <a:avLst>
              <a:gd name="adj" fmla="val 36364"/>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a:t>
            </a:r>
          </a:p>
        </p:txBody>
      </p:sp>
      <p:sp>
        <p:nvSpPr>
          <p:cNvPr id="21" name="st-col-txt-1-0">
            <a:extLst xmlns:a="http://schemas.openxmlformats.org/drawingml/2006/main">
              <a:ext uri="{FF2B5EF4-FFF2-40B4-BE49-F238E27FC236}">
                <a16:creationId xmlns:a16="http://schemas.microsoft.com/office/drawing/2014/main" id="{718A0D3F-81D7-4E6A-ABEB-FBD1ED77DBBA}"/>
              </a:ext>
            </a:extLst>
          </p:cNvPr>
          <p:cNvSpPr>
            <a:spLocks xmlns:a="http://schemas.openxmlformats.org/drawingml/2006/main" noGrp="1"/>
          </p:cNvSpPr>
          <p:nvPr/>
        </p:nvSpPr>
        <p:spPr>
          <a:xfrm xmlns:a="http://schemas.openxmlformats.org/drawingml/2006/main">
            <a:off x="4895850" y="342900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Học từ vựng bài học &amp; audio phát âm (UC-02)</a:t>
            </a:r>
          </a:p>
        </p:txBody>
      </p:sp>
      <p:sp>
        <p:nvSpPr>
          <p:cNvPr id="22" name="st-col-dot-1-1">
            <a:extLst xmlns:a="http://schemas.openxmlformats.org/drawingml/2006/main">
              <a:ext uri="{FF2B5EF4-FFF2-40B4-BE49-F238E27FC236}">
                <a16:creationId xmlns:a16="http://schemas.microsoft.com/office/drawing/2014/main" id="{B9C919E2-0C22-427E-ACB1-A454F024B8D3}"/>
              </a:ext>
            </a:extLst>
          </p:cNvPr>
          <p:cNvSpPr>
            <a:spLocks xmlns:a="http://schemas.openxmlformats.org/drawingml/2006/main" noGrp="1"/>
          </p:cNvSpPr>
          <p:nvPr/>
        </p:nvSpPr>
        <p:spPr>
          <a:xfrm xmlns:a="http://schemas.openxmlformats.org/drawingml/2006/main">
            <a:off x="4629150" y="3943350"/>
            <a:ext cx="209550" cy="209550"/>
          </a:xfrm>
          <a:prstGeom xmlns:a="http://schemas.openxmlformats.org/drawingml/2006/main" prst="roundRect">
            <a:avLst>
              <a:gd name="adj" fmla="val 36364"/>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a:t>
            </a:r>
          </a:p>
        </p:txBody>
      </p:sp>
      <p:sp>
        <p:nvSpPr>
          <p:cNvPr id="23" name="st-col-txt-1-1">
            <a:extLst xmlns:a="http://schemas.openxmlformats.org/drawingml/2006/main">
              <a:ext uri="{FF2B5EF4-FFF2-40B4-BE49-F238E27FC236}">
                <a16:creationId xmlns:a16="http://schemas.microsoft.com/office/drawing/2014/main" id="{659B8910-C857-4FF6-B4A9-67730FCAF722}"/>
              </a:ext>
            </a:extLst>
          </p:cNvPr>
          <p:cNvSpPr>
            <a:spLocks xmlns:a="http://schemas.openxmlformats.org/drawingml/2006/main" noGrp="1"/>
          </p:cNvSpPr>
          <p:nvPr/>
        </p:nvSpPr>
        <p:spPr>
          <a:xfrm xmlns:a="http://schemas.openxmlformats.org/drawingml/2006/main">
            <a:off x="4895850" y="390525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Hệ thống bài tập tương tác tức thì (UC-03)</a:t>
            </a:r>
          </a:p>
        </p:txBody>
      </p:sp>
      <p:sp>
        <p:nvSpPr>
          <p:cNvPr id="24" name="st-col-dot-1-2">
            <a:extLst xmlns:a="http://schemas.openxmlformats.org/drawingml/2006/main">
              <a:ext uri="{FF2B5EF4-FFF2-40B4-BE49-F238E27FC236}">
                <a16:creationId xmlns:a16="http://schemas.microsoft.com/office/drawing/2014/main" id="{0AEF6FFF-6CA7-447E-805A-9569188BC1E1}"/>
              </a:ext>
            </a:extLst>
          </p:cNvPr>
          <p:cNvSpPr>
            <a:spLocks xmlns:a="http://schemas.openxmlformats.org/drawingml/2006/main" noGrp="1"/>
          </p:cNvSpPr>
          <p:nvPr/>
        </p:nvSpPr>
        <p:spPr>
          <a:xfrm xmlns:a="http://schemas.openxmlformats.org/drawingml/2006/main">
            <a:off x="4629150" y="4419600"/>
            <a:ext cx="209550" cy="209550"/>
          </a:xfrm>
          <a:prstGeom xmlns:a="http://schemas.openxmlformats.org/drawingml/2006/main" prst="roundRect">
            <a:avLst>
              <a:gd name="adj" fmla="val 36364"/>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a:t>
            </a:r>
          </a:p>
        </p:txBody>
      </p:sp>
      <p:sp>
        <p:nvSpPr>
          <p:cNvPr id="25" name="st-col-txt-1-2">
            <a:extLst xmlns:a="http://schemas.openxmlformats.org/drawingml/2006/main">
              <a:ext uri="{FF2B5EF4-FFF2-40B4-BE49-F238E27FC236}">
                <a16:creationId xmlns:a16="http://schemas.microsoft.com/office/drawing/2014/main" id="{B29C2720-4802-492A-9591-41EC04647A96}"/>
              </a:ext>
            </a:extLst>
          </p:cNvPr>
          <p:cNvSpPr>
            <a:spLocks xmlns:a="http://schemas.openxmlformats.org/drawingml/2006/main" noGrp="1"/>
          </p:cNvSpPr>
          <p:nvPr/>
        </p:nvSpPr>
        <p:spPr>
          <a:xfrm xmlns:a="http://schemas.openxmlformats.org/drawingml/2006/main">
            <a:off x="4895850" y="438150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Thuật toán ôn tập ngắt quãng SRS SM-2 (UC-05)</a:t>
            </a:r>
          </a:p>
        </p:txBody>
      </p:sp>
      <p:sp>
        <p:nvSpPr>
          <p:cNvPr id="26" name="st-col-dot-1-3">
            <a:extLst xmlns:a="http://schemas.openxmlformats.org/drawingml/2006/main">
              <a:ext uri="{FF2B5EF4-FFF2-40B4-BE49-F238E27FC236}">
                <a16:creationId xmlns:a16="http://schemas.microsoft.com/office/drawing/2014/main" id="{F19A148F-CC3C-40C6-B614-258CCDA953A7}"/>
              </a:ext>
            </a:extLst>
          </p:cNvPr>
          <p:cNvSpPr>
            <a:spLocks xmlns:a="http://schemas.openxmlformats.org/drawingml/2006/main" noGrp="1"/>
          </p:cNvSpPr>
          <p:nvPr/>
        </p:nvSpPr>
        <p:spPr>
          <a:xfrm xmlns:a="http://schemas.openxmlformats.org/drawingml/2006/main">
            <a:off x="4629150" y="4895850"/>
            <a:ext cx="209550" cy="209550"/>
          </a:xfrm>
          <a:prstGeom xmlns:a="http://schemas.openxmlformats.org/drawingml/2006/main" prst="roundRect">
            <a:avLst>
              <a:gd name="adj" fmla="val 36364"/>
            </a:avLst>
          </a:prstGeom>
          <a:solidFill xmlns:a="http://schemas.openxmlformats.org/drawingml/2006/main">
            <a:srgbClr val="E0F2FE"/>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buNone/>
              <a:defRPr sz="900" b="1" i="0">
                <a:solidFill>
                  <a:srgbClr val="0369A1"/>
                </a:solidFill>
                <a:latin typeface="Segoe UI"/>
                <a:ea typeface="Segoe UI"/>
                <a:cs typeface="Segoe UI"/>
              </a:defRPr>
            </a:pPr>
            <a:r>
              <a:rPr sz="900" b="1" i="0">
                <a:solidFill>
                  <a:srgbClr val="0369A1"/>
                </a:solidFill>
                <a:latin typeface="Segoe UI"/>
                <a:ea typeface="Segoe UI"/>
                <a:cs typeface="Segoe UI"/>
              </a:rPr>
              <a:t>✓</a:t>
            </a:r>
          </a:p>
        </p:txBody>
      </p:sp>
      <p:sp>
        <p:nvSpPr>
          <p:cNvPr id="27" name="st-col-txt-1-3">
            <a:extLst xmlns:a="http://schemas.openxmlformats.org/drawingml/2006/main">
              <a:ext uri="{FF2B5EF4-FFF2-40B4-BE49-F238E27FC236}">
                <a16:creationId xmlns:a16="http://schemas.microsoft.com/office/drawing/2014/main" id="{E6BF0C76-3940-4E80-B98C-1FAE395B0010}"/>
              </a:ext>
            </a:extLst>
          </p:cNvPr>
          <p:cNvSpPr>
            <a:spLocks xmlns:a="http://schemas.openxmlformats.org/drawingml/2006/main" noGrp="1"/>
          </p:cNvSpPr>
          <p:nvPr/>
        </p:nvSpPr>
        <p:spPr>
          <a:xfrm xmlns:a="http://schemas.openxmlformats.org/drawingml/2006/main">
            <a:off x="4895850" y="485775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Luyện viết kịch bản &amp; sửa lỗi ngữ pháp (UC-06)</a:t>
            </a:r>
          </a:p>
        </p:txBody>
      </p:sp>
      <p:sp>
        <p:nvSpPr>
          <p:cNvPr id="28" name="st-col-card-2">
            <a:extLst xmlns:a="http://schemas.openxmlformats.org/drawingml/2006/main">
              <a:ext uri="{FF2B5EF4-FFF2-40B4-BE49-F238E27FC236}">
                <a16:creationId xmlns:a16="http://schemas.microsoft.com/office/drawing/2014/main" id="{44C5A59C-DDB1-447E-AADD-F8F6C12350DC}"/>
              </a:ext>
            </a:extLst>
          </p:cNvPr>
          <p:cNvSpPr>
            <a:spLocks xmlns:a="http://schemas.openxmlformats.org/drawingml/2006/main" noGrp="1"/>
          </p:cNvSpPr>
          <p:nvPr/>
        </p:nvSpPr>
        <p:spPr>
          <a:xfrm xmlns:a="http://schemas.openxmlformats.org/drawingml/2006/main">
            <a:off x="8048625" y="2905125"/>
            <a:ext cx="3238500" cy="2524125"/>
          </a:xfrm>
          <a:prstGeom xmlns:a="http://schemas.openxmlformats.org/drawingml/2006/main" prst="roundRect">
            <a:avLst>
              <a:gd name="adj" fmla="val 4528"/>
            </a:avLst>
          </a:prstGeom>
          <a:solidFill xmlns:a="http://schemas.openxmlformats.org/drawingml/2006/main">
            <a:srgbClr val="FFFFFF"/>
          </a:solidFill>
          <a:ln xmlns:a="http://schemas.openxmlformats.org/drawingml/2006/main" w="11430">
            <a:solidFill>
              <a:srgbClr val="E2E8F0"/>
            </a:solidFill>
            <a:prstDash val="solid"/>
          </a:ln>
        </p:spPr>
      </p:sp>
      <p:sp>
        <p:nvSpPr>
          <p:cNvPr id="29" name="st-col-tag-2">
            <a:extLst xmlns:a="http://schemas.openxmlformats.org/drawingml/2006/main">
              <a:ext uri="{FF2B5EF4-FFF2-40B4-BE49-F238E27FC236}">
                <a16:creationId xmlns:a16="http://schemas.microsoft.com/office/drawing/2014/main" id="{36627C0F-7DBA-45A8-BB8B-228B9461BB61}"/>
              </a:ext>
            </a:extLst>
          </p:cNvPr>
          <p:cNvSpPr>
            <a:spLocks xmlns:a="http://schemas.openxmlformats.org/drawingml/2006/main" noGrp="1"/>
          </p:cNvSpPr>
          <p:nvPr/>
        </p:nvSpPr>
        <p:spPr>
          <a:xfrm xmlns:a="http://schemas.openxmlformats.org/drawingml/2006/main">
            <a:off x="8162925" y="3028950"/>
            <a:ext cx="3009900" cy="285750"/>
          </a:xfrm>
          <a:prstGeom xmlns:a="http://schemas.openxmlformats.org/drawingml/2006/main" prst="roundRect">
            <a:avLst>
              <a:gd name="adj" fmla="val 26667"/>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3. TÍNH NĂNG MỞ RỘNG VÀ ĐỘNG LỰC</a:t>
            </a:r>
          </a:p>
        </p:txBody>
      </p:sp>
      <p:sp>
        <p:nvSpPr>
          <p:cNvPr id="30" name="st-col-dot-2-0">
            <a:extLst xmlns:a="http://schemas.openxmlformats.org/drawingml/2006/main">
              <a:ext uri="{FF2B5EF4-FFF2-40B4-BE49-F238E27FC236}">
                <a16:creationId xmlns:a16="http://schemas.microsoft.com/office/drawing/2014/main" id="{0BBD4987-1D78-493B-BFDB-227FB7AB9AA0}"/>
              </a:ext>
            </a:extLst>
          </p:cNvPr>
          <p:cNvSpPr>
            <a:spLocks xmlns:a="http://schemas.openxmlformats.org/drawingml/2006/main" noGrp="1"/>
          </p:cNvSpPr>
          <p:nvPr/>
        </p:nvSpPr>
        <p:spPr>
          <a:xfrm xmlns:a="http://schemas.openxmlformats.org/drawingml/2006/main">
            <a:off x="8201025" y="3467100"/>
            <a:ext cx="2095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a:t>
            </a:r>
          </a:p>
        </p:txBody>
      </p:sp>
      <p:sp>
        <p:nvSpPr>
          <p:cNvPr id="31" name="st-col-txt-2-0">
            <a:extLst xmlns:a="http://schemas.openxmlformats.org/drawingml/2006/main">
              <a:ext uri="{FF2B5EF4-FFF2-40B4-BE49-F238E27FC236}">
                <a16:creationId xmlns:a16="http://schemas.microsoft.com/office/drawing/2014/main" id="{72B2C368-0043-410F-A6CB-8B3E1FEE5A93}"/>
              </a:ext>
            </a:extLst>
          </p:cNvPr>
          <p:cNvSpPr>
            <a:spLocks xmlns:a="http://schemas.openxmlformats.org/drawingml/2006/main" noGrp="1"/>
          </p:cNvSpPr>
          <p:nvPr/>
        </p:nvSpPr>
        <p:spPr>
          <a:xfrm xmlns:a="http://schemas.openxmlformats.org/drawingml/2006/main">
            <a:off x="8467725" y="342900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Theo dõi tiến độ, Streak &amp; mục tiêu ngày (UC-07)</a:t>
            </a:r>
          </a:p>
        </p:txBody>
      </p:sp>
      <p:sp>
        <p:nvSpPr>
          <p:cNvPr id="32" name="st-col-dot-2-1">
            <a:extLst xmlns:a="http://schemas.openxmlformats.org/drawingml/2006/main">
              <a:ext uri="{FF2B5EF4-FFF2-40B4-BE49-F238E27FC236}">
                <a16:creationId xmlns:a16="http://schemas.microsoft.com/office/drawing/2014/main" id="{3083E923-FF8B-46AA-A188-6B498959087C}"/>
              </a:ext>
            </a:extLst>
          </p:cNvPr>
          <p:cNvSpPr>
            <a:spLocks xmlns:a="http://schemas.openxmlformats.org/drawingml/2006/main" noGrp="1"/>
          </p:cNvSpPr>
          <p:nvPr/>
        </p:nvSpPr>
        <p:spPr>
          <a:xfrm xmlns:a="http://schemas.openxmlformats.org/drawingml/2006/main">
            <a:off x="8201025" y="3943350"/>
            <a:ext cx="2095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a:t>
            </a:r>
          </a:p>
        </p:txBody>
      </p:sp>
      <p:sp>
        <p:nvSpPr>
          <p:cNvPr id="33" name="st-col-txt-2-1">
            <a:extLst xmlns:a="http://schemas.openxmlformats.org/drawingml/2006/main">
              <a:ext uri="{FF2B5EF4-FFF2-40B4-BE49-F238E27FC236}">
                <a16:creationId xmlns:a16="http://schemas.microsoft.com/office/drawing/2014/main" id="{D8B4B48F-8B79-49B3-9527-2E09B8475018}"/>
              </a:ext>
            </a:extLst>
          </p:cNvPr>
          <p:cNvSpPr>
            <a:spLocks xmlns:a="http://schemas.openxmlformats.org/drawingml/2006/main" noGrp="1"/>
          </p:cNvSpPr>
          <p:nvPr/>
        </p:nvSpPr>
        <p:spPr>
          <a:xfrm xmlns:a="http://schemas.openxmlformats.org/drawingml/2006/main">
            <a:off x="8467725" y="390525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Nhắc nhở học tập trong ứng dụng (UC-08)</a:t>
            </a:r>
          </a:p>
        </p:txBody>
      </p:sp>
      <p:sp>
        <p:nvSpPr>
          <p:cNvPr id="34" name="st-col-dot-2-2">
            <a:extLst xmlns:a="http://schemas.openxmlformats.org/drawingml/2006/main">
              <a:ext uri="{FF2B5EF4-FFF2-40B4-BE49-F238E27FC236}">
                <a16:creationId xmlns:a16="http://schemas.microsoft.com/office/drawing/2014/main" id="{184A8AD1-69BE-45BD-B383-152939217B3F}"/>
              </a:ext>
            </a:extLst>
          </p:cNvPr>
          <p:cNvSpPr>
            <a:spLocks xmlns:a="http://schemas.openxmlformats.org/drawingml/2006/main" noGrp="1"/>
          </p:cNvSpPr>
          <p:nvPr/>
        </p:nvSpPr>
        <p:spPr>
          <a:xfrm xmlns:a="http://schemas.openxmlformats.org/drawingml/2006/main">
            <a:off x="8201025" y="4419600"/>
            <a:ext cx="2095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a:t>
            </a:r>
          </a:p>
        </p:txBody>
      </p:sp>
      <p:sp>
        <p:nvSpPr>
          <p:cNvPr id="35" name="st-col-txt-2-2">
            <a:extLst xmlns:a="http://schemas.openxmlformats.org/drawingml/2006/main">
              <a:ext uri="{FF2B5EF4-FFF2-40B4-BE49-F238E27FC236}">
                <a16:creationId xmlns:a16="http://schemas.microsoft.com/office/drawing/2014/main" id="{0DB4D11F-DADB-4141-A28A-1D1DE18429C8}"/>
              </a:ext>
            </a:extLst>
          </p:cNvPr>
          <p:cNvSpPr>
            <a:spLocks xmlns:a="http://schemas.openxmlformats.org/drawingml/2006/main" noGrp="1"/>
          </p:cNvSpPr>
          <p:nvPr/>
        </p:nvSpPr>
        <p:spPr>
          <a:xfrm xmlns:a="http://schemas.openxmlformats.org/drawingml/2006/main">
            <a:off x="8467725" y="438150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Kiểm tra định vị trình độ đầu vào (UC-09)</a:t>
            </a:r>
          </a:p>
        </p:txBody>
      </p:sp>
      <p:sp>
        <p:nvSpPr>
          <p:cNvPr id="36" name="st-col-dot-2-3">
            <a:extLst xmlns:a="http://schemas.openxmlformats.org/drawingml/2006/main">
              <a:ext uri="{FF2B5EF4-FFF2-40B4-BE49-F238E27FC236}">
                <a16:creationId xmlns:a16="http://schemas.microsoft.com/office/drawing/2014/main" id="{CA3C2D05-A839-4329-9B7A-7917F8840227}"/>
              </a:ext>
            </a:extLst>
          </p:cNvPr>
          <p:cNvSpPr>
            <a:spLocks xmlns:a="http://schemas.openxmlformats.org/drawingml/2006/main" noGrp="1"/>
          </p:cNvSpPr>
          <p:nvPr/>
        </p:nvSpPr>
        <p:spPr>
          <a:xfrm xmlns:a="http://schemas.openxmlformats.org/drawingml/2006/main">
            <a:off x="8201025" y="4895850"/>
            <a:ext cx="209550" cy="209550"/>
          </a:xfrm>
          <a:prstGeom xmlns:a="http://schemas.openxmlformats.org/drawingml/2006/main" prst="roundRect">
            <a:avLst>
              <a:gd name="adj" fmla="val 36364"/>
            </a:avLst>
          </a:prstGeom>
          <a:solidFill xmlns:a="http://schemas.openxmlformats.org/drawingml/2006/main">
            <a:srgbClr val="EEF2FF"/>
          </a:solidFill>
          <a:ln xmlns:a="http://schemas.openxmlformats.org/drawingml/2006/main" w="0">
            <a:noFill/>
            <a:prstDash val="solid"/>
          </a:ln>
        </p:spPr>
        <p:txBody>
          <a:bodyPr xmlns:a="http://schemas.openxmlformats.org/drawingml/2006/main" wrap="square" lIns="57150" tIns="28575" rIns="57150" bIns="28575" anchor="ctr">
            <a:normAutofit fontScale="58354"/>
          </a:bodyPr>
          <a:lstStyle xmlns:a="http://schemas.openxmlformats.org/drawingml/2006/main"/>
          <a:p xmlns:a="http://schemas.openxmlformats.org/drawingml/2006/main">
            <a:pPr algn="ctr">
              <a:buNone/>
              <a:defRPr sz="900" b="1" i="0">
                <a:solidFill>
                  <a:srgbClr val="3730A3"/>
                </a:solidFill>
                <a:latin typeface="Segoe UI"/>
                <a:ea typeface="Segoe UI"/>
                <a:cs typeface="Segoe UI"/>
              </a:defRPr>
            </a:pPr>
            <a:r>
              <a:rPr sz="900" b="1" i="0">
                <a:solidFill>
                  <a:srgbClr val="3730A3"/>
                </a:solidFill>
                <a:latin typeface="Segoe UI"/>
                <a:ea typeface="Segoe UI"/>
                <a:cs typeface="Segoe UI"/>
              </a:rPr>
              <a:t>✓</a:t>
            </a:r>
          </a:p>
        </p:txBody>
      </p:sp>
      <p:sp>
        <p:nvSpPr>
          <p:cNvPr id="37" name="st-col-txt-2-3">
            <a:extLst xmlns:a="http://schemas.openxmlformats.org/drawingml/2006/main">
              <a:ext uri="{FF2B5EF4-FFF2-40B4-BE49-F238E27FC236}">
                <a16:creationId xmlns:a16="http://schemas.microsoft.com/office/drawing/2014/main" id="{025F7D5D-CDD7-4172-AE3F-3C77B9699BF4}"/>
              </a:ext>
            </a:extLst>
          </p:cNvPr>
          <p:cNvSpPr>
            <a:spLocks xmlns:a="http://schemas.openxmlformats.org/drawingml/2006/main" noGrp="1"/>
          </p:cNvSpPr>
          <p:nvPr/>
        </p:nvSpPr>
        <p:spPr>
          <a:xfrm xmlns:a="http://schemas.openxmlformats.org/drawingml/2006/main">
            <a:off x="8467725" y="485775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l">
              <a:buNone/>
              <a:defRPr sz="938" b="1" i="0">
                <a:solidFill>
                  <a:srgbClr val="1E293B"/>
                </a:solidFill>
                <a:latin typeface="Segoe UI"/>
                <a:ea typeface="Segoe UI"/>
                <a:cs typeface="Segoe UI"/>
              </a:defRPr>
            </a:pPr>
            <a:r>
              <a:rPr sz="938" b="1" i="0">
                <a:solidFill>
                  <a:srgbClr val="1E293B"/>
                </a:solidFill>
                <a:latin typeface="Segoe UI"/>
                <a:ea typeface="Segoe UI"/>
                <a:cs typeface="Segoe UI"/>
              </a:rPr>
              <a:t>Hệ thống huy hiệu thành tích cá nhân (UC-10)</a:t>
            </a:r>
          </a:p>
        </p:txBody>
      </p:sp>
    </p:spTree>
    <p:extLst>
      <p:ext uri="{BB962C8B-B14F-4D97-AF65-F5344CB8AC3E}">
        <p14:creationId xmlns:p14="http://schemas.microsoft.com/office/powerpoint/2010/main" val="213644692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8" name="Title Placeholder 1">
            <a:extLst xmlns:a="http://schemas.openxmlformats.org/drawingml/2006/main">
              <a:ext uri="{FF2B5EF4-FFF2-40B4-BE49-F238E27FC236}">
                <a16:creationId xmlns:a16="http://schemas.microsoft.com/office/drawing/2014/main" id="{C36A376A-E4D7-4AA4-9124-579C7F20303F}"/>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
            </a:r>
            <a:endParaRPr/>
          </a:p>
        </p:txBody>
      </p:sp>
      <p:sp>
        <p:nvSpPr>
          <p:cNvPr id="2" name="thanks-card">
            <a:extLst xmlns:a="http://schemas.openxmlformats.org/drawingml/2006/main">
              <a:ext uri="{FF2B5EF4-FFF2-40B4-BE49-F238E27FC236}">
                <a16:creationId xmlns:a16="http://schemas.microsoft.com/office/drawing/2014/main" id="{273B5D11-63E8-472A-B5DB-B2BDB0B4E090}"/>
              </a:ext>
            </a:extLst>
          </p:cNvPr>
          <p:cNvSpPr>
            <a:spLocks xmlns:a="http://schemas.openxmlformats.org/drawingml/2006/main" noGrp="1"/>
          </p:cNvSpPr>
          <p:nvPr/>
        </p:nvSpPr>
        <p:spPr>
          <a:xfrm xmlns:a="http://schemas.openxmlformats.org/drawingml/2006/main">
            <a:off x="1714500" y="2095500"/>
            <a:ext cx="8763000" cy="3333750"/>
          </a:xfrm>
          <a:prstGeom xmlns:a="http://schemas.openxmlformats.org/drawingml/2006/main" prst="roundRect">
            <a:avLst>
              <a:gd name="adj" fmla="val 6857"/>
            </a:avLst>
          </a:prstGeom>
          <a:solidFill xmlns:a="http://schemas.openxmlformats.org/drawingml/2006/main">
            <a:srgbClr val="FFFFFF"/>
          </a:solidFill>
          <a:ln xmlns:a="http://schemas.openxmlformats.org/drawingml/2006/main" w="19050">
            <a:solidFill>
              <a:srgbClr val="DDD6FE"/>
            </a:solidFill>
            <a:prstDash val="solid"/>
          </a:ln>
        </p:spPr>
      </p:sp>
      <p:sp>
        <p:nvSpPr>
          <p:cNvPr id="3" name="thanks-badge">
            <a:extLst xmlns:a="http://schemas.openxmlformats.org/drawingml/2006/main">
              <a:ext uri="{FF2B5EF4-FFF2-40B4-BE49-F238E27FC236}">
                <a16:creationId xmlns:a16="http://schemas.microsoft.com/office/drawing/2014/main" id="{2F7C60C1-351B-4D9F-BC7D-3BCE4247E3E0}"/>
              </a:ext>
            </a:extLst>
          </p:cNvPr>
          <p:cNvSpPr>
            <a:spLocks xmlns:a="http://schemas.openxmlformats.org/drawingml/2006/main" noGrp="1"/>
          </p:cNvSpPr>
          <p:nvPr/>
        </p:nvSpPr>
        <p:spPr>
          <a:xfrm xmlns:a="http://schemas.openxmlformats.org/drawingml/2006/main">
            <a:off x="3238500" y="2428875"/>
            <a:ext cx="5715000" cy="342900"/>
          </a:xfrm>
          <a:prstGeom xmlns:a="http://schemas.openxmlformats.org/drawingml/2006/main" prst="roundRect">
            <a:avLst>
              <a:gd name="adj" fmla="val 22222"/>
            </a:avLst>
          </a:prstGeom>
          <a:solidFill xmlns:a="http://schemas.openxmlformats.org/drawingml/2006/main">
            <a:srgbClr val="FEF9C3"/>
          </a:solidFill>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p xmlns:a="http://schemas.openxmlformats.org/drawingml/2006/main">
            <a:pPr algn="ctr">
              <a:buNone/>
              <a:defRPr sz="1050" b="1" i="0">
                <a:solidFill>
                  <a:srgbClr val="854D0E"/>
                </a:solidFill>
                <a:latin typeface="Segoe UI"/>
                <a:ea typeface="Segoe UI"/>
                <a:cs typeface="Segoe UI"/>
              </a:defRPr>
            </a:pPr>
            <a:r>
              <a:rPr sz="1050" b="1" i="0">
                <a:solidFill>
                  <a:srgbClr val="854D0E"/>
                </a:solidFill>
                <a:latin typeface="Segoe UI"/>
                <a:ea typeface="Segoe UI"/>
                <a:cs typeface="Segoe UI"/>
              </a:rPr>
              <a:t>HỌC PHẦN DỰ ÁN 1 — HỆ THỐNG THÔNG TIN</a:t>
            </a:r>
          </a:p>
        </p:txBody>
      </p:sp>
      <p:sp>
        <p:nvSpPr>
          <p:cNvPr id="4" name="thanks-title">
            <a:extLst xmlns:a="http://schemas.openxmlformats.org/drawingml/2006/main">
              <a:ext uri="{FF2B5EF4-FFF2-40B4-BE49-F238E27FC236}">
                <a16:creationId xmlns:a16="http://schemas.microsoft.com/office/drawing/2014/main" id="{4E8BD076-5CDA-44FB-BEA4-B90B9ED9C40C}"/>
              </a:ext>
            </a:extLst>
          </p:cNvPr>
          <p:cNvSpPr>
            <a:spLocks xmlns:a="http://schemas.openxmlformats.org/drawingml/2006/main" noGrp="1"/>
          </p:cNvSpPr>
          <p:nvPr/>
        </p:nvSpPr>
        <p:spPr>
          <a:xfrm xmlns:a="http://schemas.openxmlformats.org/drawingml/2006/main">
            <a:off x="1905000" y="2952750"/>
            <a:ext cx="838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buNone/>
              <a:defRPr sz="2400" b="1" i="0">
                <a:solidFill>
                  <a:srgbClr val="2D1976"/>
                </a:solidFill>
                <a:latin typeface="Segoe UI"/>
                <a:ea typeface="Segoe UI"/>
                <a:cs typeface="Segoe UI"/>
              </a:defRPr>
            </a:pPr>
            <a:r>
              <a:rPr sz="2400" b="1" i="0">
                <a:solidFill>
                  <a:srgbClr val="2D1976"/>
                </a:solidFill>
                <a:latin typeface="Segoe UI"/>
                <a:ea typeface="Segoe UI"/>
                <a:cs typeface="Segoe UI"/>
              </a:rPr>
              <a:t>TRÂN TRỌNG CẢM ƠN QUÝ THẦY CÔ VÀ HỘI ĐỒNG!</a:t>
            </a:r>
          </a:p>
        </p:txBody>
      </p:sp>
      <p:sp>
        <p:nvSpPr>
          <p:cNvPr id="5" name="thanks-rule">
            <a:extLst xmlns:a="http://schemas.openxmlformats.org/drawingml/2006/main">
              <a:ext uri="{FF2B5EF4-FFF2-40B4-BE49-F238E27FC236}">
                <a16:creationId xmlns:a16="http://schemas.microsoft.com/office/drawing/2014/main" id="{D707C7BA-2D48-4604-A53E-19617D0258EE}"/>
              </a:ext>
            </a:extLst>
          </p:cNvPr>
          <p:cNvSpPr>
            <a:spLocks xmlns:a="http://schemas.openxmlformats.org/drawingml/2006/main" noGrp="1"/>
          </p:cNvSpPr>
          <p:nvPr/>
        </p:nvSpPr>
        <p:spPr>
          <a:xfrm xmlns:a="http://schemas.openxmlformats.org/drawingml/2006/main">
            <a:off x="3429000" y="3667125"/>
            <a:ext cx="5334000" cy="28575"/>
          </a:xfrm>
          <a:prstGeom xmlns:a="http://schemas.openxmlformats.org/drawingml/2006/main" prst="rect">
            <a:avLst/>
          </a:prstGeom>
          <a:solidFill xmlns:a="http://schemas.openxmlformats.org/drawingml/2006/main">
            <a:srgbClr val="E4D400"/>
          </a:solidFill>
          <a:ln xmlns:a="http://schemas.openxmlformats.org/drawingml/2006/main" w="0">
            <a:noFill/>
            <a:prstDash val="solid"/>
          </a:ln>
        </p:spPr>
      </p:sp>
      <p:sp>
        <p:nvSpPr>
          <p:cNvPr id="6" name="thanks-subtitle">
            <a:extLst xmlns:a="http://schemas.openxmlformats.org/drawingml/2006/main">
              <a:ext uri="{FF2B5EF4-FFF2-40B4-BE49-F238E27FC236}">
                <a16:creationId xmlns:a16="http://schemas.microsoft.com/office/drawing/2014/main" id="{0F0A097D-63D8-4AD7-9BC6-5D34295C7D9C}"/>
              </a:ext>
            </a:extLst>
          </p:cNvPr>
          <p:cNvSpPr>
            <a:spLocks xmlns:a="http://schemas.openxmlformats.org/drawingml/2006/main" noGrp="1"/>
          </p:cNvSpPr>
          <p:nvPr/>
        </p:nvSpPr>
        <p:spPr>
          <a:xfrm xmlns:a="http://schemas.openxmlformats.org/drawingml/2006/main">
            <a:off x="1905000" y="3905250"/>
            <a:ext cx="838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buNone/>
              <a:defRPr sz="1575" b="1" i="0">
                <a:solidFill>
                  <a:srgbClr val="1E293B"/>
                </a:solidFill>
                <a:latin typeface="Segoe UI"/>
                <a:ea typeface="Segoe UI"/>
                <a:cs typeface="Segoe UI"/>
              </a:defRPr>
            </a:pPr>
            <a:r>
              <a:rPr sz="1575" b="1" i="0">
                <a:solidFill>
                  <a:srgbClr val="1E293B"/>
                </a:solidFill>
                <a:latin typeface="Segoe UI"/>
                <a:ea typeface="Segoe UI"/>
                <a:cs typeface="Segoe UI"/>
              </a:rPr>
              <a:t>Hệ thống Học Tiếng Anh Trực Tuyến Lingora — Báo cáo Phân tích Yêu cầu</a:t>
            </a:r>
          </a:p>
        </p:txBody>
      </p:sp>
      <p:sp>
        <p:nvSpPr>
          <p:cNvPr id="7" name="thanks-prompt">
            <a:extLst xmlns:a="http://schemas.openxmlformats.org/drawingml/2006/main">
              <a:ext uri="{FF2B5EF4-FFF2-40B4-BE49-F238E27FC236}">
                <a16:creationId xmlns:a16="http://schemas.microsoft.com/office/drawing/2014/main" id="{D277B2D2-9171-43FB-9491-578B9F10CD7F}"/>
              </a:ext>
            </a:extLst>
          </p:cNvPr>
          <p:cNvSpPr>
            <a:spLocks xmlns:a="http://schemas.openxmlformats.org/drawingml/2006/main" noGrp="1"/>
          </p:cNvSpPr>
          <p:nvPr/>
        </p:nvSpPr>
        <p:spPr>
          <a:xfrm xmlns:a="http://schemas.openxmlformats.org/drawingml/2006/main">
            <a:off x="1905000" y="4476750"/>
            <a:ext cx="8382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57150" rIns="76200" bIns="57150" anchor="ctr">
            <a:normAutofit fontScale="100000"/>
          </a:bodyPr>
          <a:lstStyle xmlns:a="http://schemas.openxmlformats.org/drawingml/2006/main"/>
          <a:p xmlns:a="http://schemas.openxmlformats.org/drawingml/2006/main">
            <a:pPr algn="ctr">
              <a:buNone/>
              <a:defRPr sz="1500" b="0" i="1">
                <a:solidFill>
                  <a:srgbClr val="64748B"/>
                </a:solidFill>
                <a:latin typeface="Segoe UI"/>
                <a:ea typeface="Segoe UI"/>
                <a:cs typeface="Segoe UI"/>
              </a:defRPr>
            </a:pPr>
            <a:r>
              <a:rPr sz="1500" b="0" i="1">
                <a:solidFill>
                  <a:srgbClr val="64748B"/>
                </a:solidFill>
                <a:latin typeface="Segoe UI"/>
                <a:ea typeface="Segoe UI"/>
                <a:cs typeface="Segoe UI"/>
              </a:rPr>
              <a:t>Kính mong nhận được ý kiến đóng góp từ Quý Thầy Cô.</a:t>
            </a:r>
          </a:p>
        </p:txBody>
      </p:sp>
    </p:spTree>
    <p:extLst>
      <p:ext uri="{BB962C8B-B14F-4D97-AF65-F5344CB8AC3E}">
        <p14:creationId xmlns:p14="http://schemas.microsoft.com/office/powerpoint/2010/main" val="718122639"/>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45933A1-1714-4D79-A4A9-BF61D1A98333}"/>
              </a:ext>
            </a:extLst>
          </p:cNvPr>
          <p:cNvSpPr>
            <a:spLocks xmlns:a="http://schemas.openxmlformats.org/drawingml/2006/main" noGrp="1"/>
          </p:cNvSpPr>
          <p:nvPr/>
        </p:nvSpPr>
        <p:spPr>
          <a:xfrm xmlns:a="http://schemas.openxmlformats.org/drawingml/2006/main">
            <a:off x="904875" y="1123950"/>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2F237E"/>
                </a:solidFill>
                <a:latin typeface="Arial"/>
                <a:ea typeface="Arial"/>
                <a:cs typeface="Arial"/>
              </a:defRPr>
            </a:pPr>
            <a:r>
              <a:rPr sz="1125" b="1">
                <a:solidFill>
                  <a:srgbClr val="2F237E"/>
                </a:solidFill>
                <a:latin typeface="Arial"/>
                <a:ea typeface="Arial"/>
                <a:cs typeface="Arial"/>
              </a:rPr>
              <a:t>DỮ LIỆU &amp; PHƯƠNG PHÁP</a:t>
            </a:r>
          </a:p>
        </p:txBody>
      </p:sp>
      <p:sp>
        <p:nvSpPr>
          <p:cNvPr id="2" name="">
            <a:extLst xmlns:a="http://schemas.openxmlformats.org/drawingml/2006/main">
              <a:ext uri="{FF2B5EF4-FFF2-40B4-BE49-F238E27FC236}">
                <a16:creationId xmlns:a16="http://schemas.microsoft.com/office/drawing/2014/main" id="{4B983AE9-9656-4201-8AA6-8AC3A89A1D4C}"/>
              </a:ext>
            </a:extLst>
          </p:cNvPr>
          <p:cNvSpPr>
            <a:spLocks xmlns:a="http://schemas.openxmlformats.org/drawingml/2006/main" noGrp="1"/>
          </p:cNvSpPr>
          <p:nvPr/>
        </p:nvSpPr>
        <p:spPr>
          <a:xfrm xmlns:a="http://schemas.openxmlformats.org/drawingml/2006/main">
            <a:off x="904875" y="1371600"/>
            <a:ext cx="1038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325" b="1">
                <a:solidFill>
                  <a:srgbClr val="2F237E"/>
                </a:solidFill>
                <a:latin typeface="Arial"/>
                <a:ea typeface="Arial"/>
                <a:cs typeface="Arial"/>
              </a:defRPr>
            </a:pPr>
            <a:r>
              <a:rPr sz="2325" b="1">
                <a:solidFill>
                  <a:srgbClr val="2F237E"/>
                </a:solidFill>
                <a:latin typeface="Arial"/>
                <a:ea typeface="Arial"/>
                <a:cs typeface="Arial"/>
              </a:rPr>
              <a:t>Phạm vi khảo sát và cách đọc bằng chứng</a:t>
            </a:r>
          </a:p>
        </p:txBody>
      </p:sp>
      <p:sp>
        <p:nvSpPr>
          <p:cNvPr id="3" name="">
            <a:extLst xmlns:a="http://schemas.openxmlformats.org/drawingml/2006/main">
              <a:ext uri="{FF2B5EF4-FFF2-40B4-BE49-F238E27FC236}">
                <a16:creationId xmlns:a16="http://schemas.microsoft.com/office/drawing/2014/main" id="{13F8ED86-61D1-47A9-81EB-3B79BF06F429}"/>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7D000"/>
          </a:solidFill>
          <a:ln xmlns:a="http://schemas.openxmlformats.org/drawingml/2006/main" w="0">
            <a:solidFill>
              <a:srgbClr val="E7D000"/>
            </a:solidFill>
          </a:ln>
        </p:spPr>
      </p:sp>
      <p:sp>
        <p:nvSpPr>
          <p:cNvPr id="4" name="">
            <a:extLst xmlns:a="http://schemas.openxmlformats.org/drawingml/2006/main">
              <a:ext uri="{FF2B5EF4-FFF2-40B4-BE49-F238E27FC236}">
                <a16:creationId xmlns:a16="http://schemas.microsoft.com/office/drawing/2014/main" id="{CA4DA60C-5AAD-4374-A9B8-1C20FDA363EF}"/>
              </a:ext>
            </a:extLst>
          </p:cNvPr>
          <p:cNvSpPr>
            <a:spLocks xmlns:a="http://schemas.openxmlformats.org/drawingml/2006/main" noGrp="1"/>
          </p:cNvSpPr>
          <p:nvPr/>
        </p:nvSpPr>
        <p:spPr>
          <a:xfrm xmlns:a="http://schemas.openxmlformats.org/drawingml/2006/main">
            <a:off x="904875" y="2143125"/>
            <a:ext cx="3333750" cy="2857500"/>
          </a:xfrm>
          <a:prstGeom xmlns:a="http://schemas.openxmlformats.org/drawingml/2006/main" prst="roundRect">
            <a:avLst>
              <a:gd name="adj" fmla="val 2667"/>
            </a:avLst>
          </a:prstGeom>
          <a:solidFill xmlns:a="http://schemas.openxmlformats.org/drawingml/2006/main">
            <a:srgbClr val="DDEBFA"/>
          </a:solidFill>
          <a:ln xmlns:a="http://schemas.openxmlformats.org/drawingml/2006/main" w="9525">
            <a:solidFill>
              <a:srgbClr val="CAD5E2"/>
            </a:solidFill>
          </a:ln>
        </p:spPr>
      </p:sp>
      <p:sp>
        <p:nvSpPr>
          <p:cNvPr id="5" name="">
            <a:extLst xmlns:a="http://schemas.openxmlformats.org/drawingml/2006/main">
              <a:ext uri="{FF2B5EF4-FFF2-40B4-BE49-F238E27FC236}">
                <a16:creationId xmlns:a16="http://schemas.microsoft.com/office/drawing/2014/main" id="{91F92AC0-D227-410D-93B2-F0BE0B2820C3}"/>
              </a:ext>
            </a:extLst>
          </p:cNvPr>
          <p:cNvSpPr>
            <a:spLocks xmlns:a="http://schemas.openxmlformats.org/drawingml/2006/main" noGrp="1"/>
          </p:cNvSpPr>
          <p:nvPr/>
        </p:nvSpPr>
        <p:spPr>
          <a:xfrm xmlns:a="http://schemas.openxmlformats.org/drawingml/2006/main">
            <a:off x="1143000" y="236220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1">
                <a:solidFill>
                  <a:srgbClr val="2F237E"/>
                </a:solidFill>
                <a:latin typeface="Arial"/>
                <a:ea typeface="Arial"/>
                <a:cs typeface="Arial"/>
              </a:defRPr>
            </a:pPr>
            <a:r>
              <a:rPr sz="1350" b="1">
                <a:solidFill>
                  <a:srgbClr val="2F237E"/>
                </a:solidFill>
                <a:latin typeface="Arial"/>
                <a:ea typeface="Arial"/>
                <a:cs typeface="Arial"/>
              </a:rPr>
              <a:t>KHẢO SÁT ĐỊNH LƯỢNG</a:t>
            </a:r>
          </a:p>
        </p:txBody>
      </p:sp>
      <p:sp>
        <p:nvSpPr>
          <p:cNvPr id="6" name="">
            <a:extLst xmlns:a="http://schemas.openxmlformats.org/drawingml/2006/main">
              <a:ext uri="{FF2B5EF4-FFF2-40B4-BE49-F238E27FC236}">
                <a16:creationId xmlns:a16="http://schemas.microsoft.com/office/drawing/2014/main" id="{669AF043-CCC7-419B-9F53-134508CB2337}"/>
              </a:ext>
            </a:extLst>
          </p:cNvPr>
          <p:cNvSpPr>
            <a:spLocks xmlns:a="http://schemas.openxmlformats.org/drawingml/2006/main" noGrp="1"/>
          </p:cNvSpPr>
          <p:nvPr/>
        </p:nvSpPr>
        <p:spPr>
          <a:xfrm xmlns:a="http://schemas.openxmlformats.org/drawingml/2006/main">
            <a:off x="1143000" y="280987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025" b="1">
                <a:solidFill>
                  <a:srgbClr val="2F237E"/>
                </a:solidFill>
                <a:latin typeface="Arial"/>
                <a:ea typeface="Arial"/>
                <a:cs typeface="Arial"/>
              </a:defRPr>
            </a:pPr>
            <a:r>
              <a:rPr sz="2025" b="1">
                <a:solidFill>
                  <a:srgbClr val="2F237E"/>
                </a:solidFill>
                <a:latin typeface="Arial"/>
                <a:ea typeface="Arial"/>
                <a:cs typeface="Arial"/>
              </a:rPr>
              <a:t>N = 15 người trả lời</a:t>
            </a:r>
          </a:p>
        </p:txBody>
      </p:sp>
      <p:sp>
        <p:nvSpPr>
          <p:cNvPr id="7" name="">
            <a:extLst xmlns:a="http://schemas.openxmlformats.org/drawingml/2006/main">
              <a:ext uri="{FF2B5EF4-FFF2-40B4-BE49-F238E27FC236}">
                <a16:creationId xmlns:a16="http://schemas.microsoft.com/office/drawing/2014/main" id="{21D553DB-96F1-4DCB-89DE-9021DB92F2E0}"/>
              </a:ext>
            </a:extLst>
          </p:cNvPr>
          <p:cNvSpPr>
            <a:spLocks xmlns:a="http://schemas.openxmlformats.org/drawingml/2006/main" noGrp="1"/>
          </p:cNvSpPr>
          <p:nvPr/>
        </p:nvSpPr>
        <p:spPr>
          <a:xfrm xmlns:a="http://schemas.openxmlformats.org/drawingml/2006/main">
            <a:off x="1143000" y="3333750"/>
            <a:ext cx="2714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17233D"/>
                </a:solidFill>
                <a:latin typeface="Arial"/>
                <a:ea typeface="Arial"/>
                <a:cs typeface="Arial"/>
              </a:defRPr>
            </a:pPr>
            <a:r>
              <a:rPr sz="1275" b="0">
                <a:solidFill>
                  <a:srgbClr val="17233D"/>
                </a:solidFill>
                <a:latin typeface="Arial"/>
                <a:ea typeface="Arial"/>
                <a:cs typeface="Arial"/>
              </a:rPr>
              <a:t>24 câu hỏi về mục tiêu, thói quen học và ưu tiên tính năng</a:t>
            </a:r>
          </a:p>
        </p:txBody>
      </p:sp>
      <p:sp>
        <p:nvSpPr>
          <p:cNvPr id="8" name="">
            <a:extLst xmlns:a="http://schemas.openxmlformats.org/drawingml/2006/main">
              <a:ext uri="{FF2B5EF4-FFF2-40B4-BE49-F238E27FC236}">
                <a16:creationId xmlns:a16="http://schemas.microsoft.com/office/drawing/2014/main" id="{BF9C4134-D260-4AFB-8F08-CAA806853C68}"/>
              </a:ext>
            </a:extLst>
          </p:cNvPr>
          <p:cNvSpPr>
            <a:spLocks xmlns:a="http://schemas.openxmlformats.org/drawingml/2006/main" noGrp="1"/>
          </p:cNvSpPr>
          <p:nvPr/>
        </p:nvSpPr>
        <p:spPr>
          <a:xfrm xmlns:a="http://schemas.openxmlformats.org/drawingml/2006/main">
            <a:off x="1143000" y="4333875"/>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0">
                <a:solidFill>
                  <a:srgbClr val="61708A"/>
                </a:solidFill>
                <a:latin typeface="Arial"/>
                <a:ea typeface="Arial"/>
                <a:cs typeface="Arial"/>
              </a:defRPr>
            </a:pPr>
            <a:r>
              <a:rPr sz="1125" b="0">
                <a:solidFill>
                  <a:srgbClr val="61708A"/>
                </a:solidFill>
                <a:latin typeface="Arial"/>
                <a:ea typeface="Arial"/>
                <a:cs typeface="Arial"/>
              </a:rPr>
              <a:t>Tỷ lệ được tính trên tổng số 15 phản hồi</a:t>
            </a:r>
          </a:p>
        </p:txBody>
      </p:sp>
      <p:sp>
        <p:nvSpPr>
          <p:cNvPr id="9" name="">
            <a:extLst xmlns:a="http://schemas.openxmlformats.org/drawingml/2006/main">
              <a:ext uri="{FF2B5EF4-FFF2-40B4-BE49-F238E27FC236}">
                <a16:creationId xmlns:a16="http://schemas.microsoft.com/office/drawing/2014/main" id="{82BEE938-8A7B-4545-B60E-53781733511C}"/>
              </a:ext>
            </a:extLst>
          </p:cNvPr>
          <p:cNvSpPr>
            <a:spLocks xmlns:a="http://schemas.openxmlformats.org/drawingml/2006/main" noGrp="1"/>
          </p:cNvSpPr>
          <p:nvPr/>
        </p:nvSpPr>
        <p:spPr>
          <a:xfrm xmlns:a="http://schemas.openxmlformats.org/drawingml/2006/main">
            <a:off x="4429125" y="2143125"/>
            <a:ext cx="3333750" cy="2857500"/>
          </a:xfrm>
          <a:prstGeom xmlns:a="http://schemas.openxmlformats.org/drawingml/2006/main" prst="roundRect">
            <a:avLst>
              <a:gd name="adj" fmla="val 2667"/>
            </a:avLst>
          </a:prstGeom>
          <a:solidFill xmlns:a="http://schemas.openxmlformats.org/drawingml/2006/main">
            <a:srgbClr val="DDF5E5"/>
          </a:solidFill>
          <a:ln xmlns:a="http://schemas.openxmlformats.org/drawingml/2006/main" w="9525">
            <a:solidFill>
              <a:srgbClr val="CAD5E2"/>
            </a:solidFill>
          </a:ln>
        </p:spPr>
      </p:sp>
      <p:sp>
        <p:nvSpPr>
          <p:cNvPr id="10" name="">
            <a:extLst xmlns:a="http://schemas.openxmlformats.org/drawingml/2006/main">
              <a:ext uri="{FF2B5EF4-FFF2-40B4-BE49-F238E27FC236}">
                <a16:creationId xmlns:a16="http://schemas.microsoft.com/office/drawing/2014/main" id="{3AA6A2DA-2D72-4C22-989A-2A91E785B623}"/>
              </a:ext>
            </a:extLst>
          </p:cNvPr>
          <p:cNvSpPr>
            <a:spLocks xmlns:a="http://schemas.openxmlformats.org/drawingml/2006/main" noGrp="1"/>
          </p:cNvSpPr>
          <p:nvPr/>
        </p:nvSpPr>
        <p:spPr>
          <a:xfrm xmlns:a="http://schemas.openxmlformats.org/drawingml/2006/main">
            <a:off x="4667250" y="236220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1">
                <a:solidFill>
                  <a:srgbClr val="177A43"/>
                </a:solidFill>
                <a:latin typeface="Arial"/>
                <a:ea typeface="Arial"/>
                <a:cs typeface="Arial"/>
              </a:defRPr>
            </a:pPr>
            <a:r>
              <a:rPr sz="1350" b="1">
                <a:solidFill>
                  <a:srgbClr val="177A43"/>
                </a:solidFill>
                <a:latin typeface="Arial"/>
                <a:ea typeface="Arial"/>
                <a:cs typeface="Arial"/>
              </a:rPr>
              <a:t>PHỎNG VẤN GỐC</a:t>
            </a:r>
          </a:p>
        </p:txBody>
      </p:sp>
      <p:sp>
        <p:nvSpPr>
          <p:cNvPr id="11" name="">
            <a:extLst xmlns:a="http://schemas.openxmlformats.org/drawingml/2006/main">
              <a:ext uri="{FF2B5EF4-FFF2-40B4-BE49-F238E27FC236}">
                <a16:creationId xmlns:a16="http://schemas.microsoft.com/office/drawing/2014/main" id="{98B3A94F-136F-4CBB-9057-9010C0672A91}"/>
              </a:ext>
            </a:extLst>
          </p:cNvPr>
          <p:cNvSpPr>
            <a:spLocks xmlns:a="http://schemas.openxmlformats.org/drawingml/2006/main" noGrp="1"/>
          </p:cNvSpPr>
          <p:nvPr/>
        </p:nvSpPr>
        <p:spPr>
          <a:xfrm xmlns:a="http://schemas.openxmlformats.org/drawingml/2006/main">
            <a:off x="4667250" y="280987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025" b="1">
                <a:solidFill>
                  <a:srgbClr val="177A43"/>
                </a:solidFill>
                <a:latin typeface="Arial"/>
                <a:ea typeface="Arial"/>
                <a:cs typeface="Arial"/>
              </a:defRPr>
            </a:pPr>
            <a:r>
              <a:rPr sz="2025" b="1">
                <a:solidFill>
                  <a:srgbClr val="177A43"/>
                </a:solidFill>
                <a:latin typeface="Arial"/>
                <a:ea typeface="Arial"/>
                <a:cs typeface="Arial"/>
              </a:rPr>
              <a:t>6 cuộc phỏng vấn</a:t>
            </a:r>
          </a:p>
        </p:txBody>
      </p:sp>
      <p:sp>
        <p:nvSpPr>
          <p:cNvPr id="12" name="">
            <a:extLst xmlns:a="http://schemas.openxmlformats.org/drawingml/2006/main">
              <a:ext uri="{FF2B5EF4-FFF2-40B4-BE49-F238E27FC236}">
                <a16:creationId xmlns:a16="http://schemas.microsoft.com/office/drawing/2014/main" id="{85DF65E9-F577-44DE-AB6C-AE41E816B9CD}"/>
              </a:ext>
            </a:extLst>
          </p:cNvPr>
          <p:cNvSpPr>
            <a:spLocks xmlns:a="http://schemas.openxmlformats.org/drawingml/2006/main" noGrp="1"/>
          </p:cNvSpPr>
          <p:nvPr/>
        </p:nvSpPr>
        <p:spPr>
          <a:xfrm xmlns:a="http://schemas.openxmlformats.org/drawingml/2006/main">
            <a:off x="4667250" y="3333750"/>
            <a:ext cx="2714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17233D"/>
                </a:solidFill>
                <a:latin typeface="Arial"/>
                <a:ea typeface="Arial"/>
                <a:cs typeface="Arial"/>
              </a:defRPr>
            </a:pPr>
            <a:r>
              <a:rPr sz="1275" b="0">
                <a:solidFill>
                  <a:srgbClr val="17233D"/>
                </a:solidFill>
                <a:latin typeface="Arial"/>
                <a:ea typeface="Arial"/>
                <a:cs typeface="Arial"/>
              </a:rPr>
              <a:t>Dùng để bổ sung bối cảnh và nhu cầu sử dụng</a:t>
            </a:r>
          </a:p>
        </p:txBody>
      </p:sp>
      <p:sp>
        <p:nvSpPr>
          <p:cNvPr id="13" name="">
            <a:extLst xmlns:a="http://schemas.openxmlformats.org/drawingml/2006/main">
              <a:ext uri="{FF2B5EF4-FFF2-40B4-BE49-F238E27FC236}">
                <a16:creationId xmlns:a16="http://schemas.microsoft.com/office/drawing/2014/main" id="{211EFFAE-41E6-4835-9884-A33FEDF93E6D}"/>
              </a:ext>
            </a:extLst>
          </p:cNvPr>
          <p:cNvSpPr>
            <a:spLocks xmlns:a="http://schemas.openxmlformats.org/drawingml/2006/main" noGrp="1"/>
          </p:cNvSpPr>
          <p:nvPr/>
        </p:nvSpPr>
        <p:spPr>
          <a:xfrm xmlns:a="http://schemas.openxmlformats.org/drawingml/2006/main">
            <a:off x="4667250" y="4333875"/>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0">
                <a:solidFill>
                  <a:srgbClr val="61708A"/>
                </a:solidFill>
                <a:latin typeface="Arial"/>
                <a:ea typeface="Arial"/>
                <a:cs typeface="Arial"/>
              </a:defRPr>
            </a:pPr>
            <a:r>
              <a:rPr sz="1125" b="0">
                <a:solidFill>
                  <a:srgbClr val="61708A"/>
                </a:solidFill>
                <a:latin typeface="Arial"/>
                <a:ea typeface="Arial"/>
                <a:cs typeface="Arial"/>
              </a:rPr>
              <a:t>Tỷ lệ 6/6 là số người đề cập trong mẫu phỏng vấn</a:t>
            </a:r>
          </a:p>
        </p:txBody>
      </p:sp>
      <p:sp>
        <p:nvSpPr>
          <p:cNvPr id="14" name="">
            <a:extLst xmlns:a="http://schemas.openxmlformats.org/drawingml/2006/main">
              <a:ext uri="{FF2B5EF4-FFF2-40B4-BE49-F238E27FC236}">
                <a16:creationId xmlns:a16="http://schemas.microsoft.com/office/drawing/2014/main" id="{35CDFFCE-E699-4ED1-A879-31EE5304648F}"/>
              </a:ext>
            </a:extLst>
          </p:cNvPr>
          <p:cNvSpPr>
            <a:spLocks xmlns:a="http://schemas.openxmlformats.org/drawingml/2006/main" noGrp="1"/>
          </p:cNvSpPr>
          <p:nvPr/>
        </p:nvSpPr>
        <p:spPr>
          <a:xfrm xmlns:a="http://schemas.openxmlformats.org/drawingml/2006/main">
            <a:off x="7953375" y="2143125"/>
            <a:ext cx="3333750" cy="2857500"/>
          </a:xfrm>
          <a:prstGeom xmlns:a="http://schemas.openxmlformats.org/drawingml/2006/main" prst="roundRect">
            <a:avLst>
              <a:gd name="adj" fmla="val 2667"/>
            </a:avLst>
          </a:prstGeom>
          <a:solidFill xmlns:a="http://schemas.openxmlformats.org/drawingml/2006/main">
            <a:srgbClr val="FFF0C2"/>
          </a:solidFill>
          <a:ln xmlns:a="http://schemas.openxmlformats.org/drawingml/2006/main" w="9525">
            <a:solidFill>
              <a:srgbClr val="CAD5E2"/>
            </a:solidFill>
          </a:ln>
        </p:spPr>
      </p:sp>
      <p:sp>
        <p:nvSpPr>
          <p:cNvPr id="15" name="">
            <a:extLst xmlns:a="http://schemas.openxmlformats.org/drawingml/2006/main">
              <a:ext uri="{FF2B5EF4-FFF2-40B4-BE49-F238E27FC236}">
                <a16:creationId xmlns:a16="http://schemas.microsoft.com/office/drawing/2014/main" id="{9F8F157A-E0E8-40AC-B694-F2657A5AAA74}"/>
              </a:ext>
            </a:extLst>
          </p:cNvPr>
          <p:cNvSpPr>
            <a:spLocks xmlns:a="http://schemas.openxmlformats.org/drawingml/2006/main" noGrp="1"/>
          </p:cNvSpPr>
          <p:nvPr/>
        </p:nvSpPr>
        <p:spPr>
          <a:xfrm xmlns:a="http://schemas.openxmlformats.org/drawingml/2006/main">
            <a:off x="8191500" y="236220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1">
                <a:solidFill>
                  <a:srgbClr val="9B5B00"/>
                </a:solidFill>
                <a:latin typeface="Arial"/>
                <a:ea typeface="Arial"/>
                <a:cs typeface="Arial"/>
              </a:defRPr>
            </a:pPr>
            <a:r>
              <a:rPr sz="1350" b="1">
                <a:solidFill>
                  <a:srgbClr val="9B5B00"/>
                </a:solidFill>
                <a:latin typeface="Arial"/>
                <a:ea typeface="Arial"/>
                <a:cs typeface="Arial"/>
              </a:rPr>
              <a:t>BỔ SUNG ĐỊNH TÍNH</a:t>
            </a:r>
          </a:p>
        </p:txBody>
      </p:sp>
      <p:sp>
        <p:nvSpPr>
          <p:cNvPr id="16" name="">
            <a:extLst xmlns:a="http://schemas.openxmlformats.org/drawingml/2006/main">
              <a:ext uri="{FF2B5EF4-FFF2-40B4-BE49-F238E27FC236}">
                <a16:creationId xmlns:a16="http://schemas.microsoft.com/office/drawing/2014/main" id="{414F988C-6364-423D-83D0-8FE097D832A9}"/>
              </a:ext>
            </a:extLst>
          </p:cNvPr>
          <p:cNvSpPr>
            <a:spLocks xmlns:a="http://schemas.openxmlformats.org/drawingml/2006/main" noGrp="1"/>
          </p:cNvSpPr>
          <p:nvPr/>
        </p:nvSpPr>
        <p:spPr>
          <a:xfrm xmlns:a="http://schemas.openxmlformats.org/drawingml/2006/main">
            <a:off x="8191500" y="280987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025" b="1">
                <a:solidFill>
                  <a:srgbClr val="9B5B00"/>
                </a:solidFill>
                <a:latin typeface="Arial"/>
                <a:ea typeface="Arial"/>
                <a:cs typeface="Arial"/>
              </a:defRPr>
            </a:pPr>
            <a:r>
              <a:rPr sz="2025" b="1">
                <a:solidFill>
                  <a:srgbClr val="9B5B00"/>
                </a:solidFill>
                <a:latin typeface="Arial"/>
                <a:ea typeface="Arial"/>
                <a:cs typeface="Arial"/>
              </a:rPr>
              <a:t>3 bản ghi bổ sung</a:t>
            </a:r>
          </a:p>
        </p:txBody>
      </p:sp>
      <p:sp>
        <p:nvSpPr>
          <p:cNvPr id="17" name="">
            <a:extLst xmlns:a="http://schemas.openxmlformats.org/drawingml/2006/main">
              <a:ext uri="{FF2B5EF4-FFF2-40B4-BE49-F238E27FC236}">
                <a16:creationId xmlns:a16="http://schemas.microsoft.com/office/drawing/2014/main" id="{FE7CD0C7-4AE2-401D-AC19-3DEDD5456A37}"/>
              </a:ext>
            </a:extLst>
          </p:cNvPr>
          <p:cNvSpPr>
            <a:spLocks xmlns:a="http://schemas.openxmlformats.org/drawingml/2006/main" noGrp="1"/>
          </p:cNvSpPr>
          <p:nvPr/>
        </p:nvSpPr>
        <p:spPr>
          <a:xfrm xmlns:a="http://schemas.openxmlformats.org/drawingml/2006/main">
            <a:off x="8191500" y="3333750"/>
            <a:ext cx="2714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17233D"/>
                </a:solidFill>
                <a:latin typeface="Arial"/>
                <a:ea typeface="Arial"/>
                <a:cs typeface="Arial"/>
              </a:defRPr>
            </a:pPr>
            <a:r>
              <a:rPr sz="1275" b="0">
                <a:solidFill>
                  <a:srgbClr val="17233D"/>
                </a:solidFill>
                <a:latin typeface="Arial"/>
                <a:ea typeface="Arial"/>
                <a:cs typeface="Arial"/>
              </a:rPr>
              <a:t>Được trình bày riêng, không gộp vào tần suất khảo sát</a:t>
            </a:r>
          </a:p>
        </p:txBody>
      </p:sp>
      <p:sp>
        <p:nvSpPr>
          <p:cNvPr id="18" name="">
            <a:extLst xmlns:a="http://schemas.openxmlformats.org/drawingml/2006/main">
              <a:ext uri="{FF2B5EF4-FFF2-40B4-BE49-F238E27FC236}">
                <a16:creationId xmlns:a16="http://schemas.microsoft.com/office/drawing/2014/main" id="{EBB6BA7C-C614-45F2-A940-721730D54331}"/>
              </a:ext>
            </a:extLst>
          </p:cNvPr>
          <p:cNvSpPr>
            <a:spLocks xmlns:a="http://schemas.openxmlformats.org/drawingml/2006/main" noGrp="1"/>
          </p:cNvSpPr>
          <p:nvPr/>
        </p:nvSpPr>
        <p:spPr>
          <a:xfrm xmlns:a="http://schemas.openxmlformats.org/drawingml/2006/main">
            <a:off x="8191500" y="4333875"/>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0">
                <a:solidFill>
                  <a:srgbClr val="61708A"/>
                </a:solidFill>
                <a:latin typeface="Arial"/>
                <a:ea typeface="Arial"/>
                <a:cs typeface="Arial"/>
              </a:defRPr>
            </a:pPr>
            <a:r>
              <a:rPr sz="1125" b="0">
                <a:solidFill>
                  <a:srgbClr val="61708A"/>
                </a:solidFill>
                <a:latin typeface="Arial"/>
                <a:ea typeface="Arial"/>
                <a:cs typeface="Arial"/>
              </a:rPr>
              <a:t>Tách nguồn giúp tránh diễn giải quá mức</a:t>
            </a:r>
          </a:p>
        </p:txBody>
      </p:sp>
    </p:spTree>
    <p:extLst>
      <p:ext uri="{BB962C8B-B14F-4D97-AF65-F5344CB8AC3E}">
        <p14:creationId xmlns:p14="http://schemas.microsoft.com/office/powerpoint/2010/main" val="1301693693"/>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B7F434E-E187-4AED-A20A-2DE999A307D9}"/>
              </a:ext>
            </a:extLst>
          </p:cNvPr>
          <p:cNvSpPr>
            <a:spLocks xmlns:a="http://schemas.openxmlformats.org/drawingml/2006/main" noGrp="1"/>
          </p:cNvSpPr>
          <p:nvPr/>
        </p:nvSpPr>
        <p:spPr>
          <a:xfrm xmlns:a="http://schemas.openxmlformats.org/drawingml/2006/main">
            <a:off x="904875" y="1123950"/>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2F237E"/>
                </a:solidFill>
                <a:latin typeface="Arial"/>
                <a:ea typeface="Arial"/>
                <a:cs typeface="Arial"/>
              </a:defRPr>
            </a:pPr>
            <a:r>
              <a:rPr sz="1125" b="1">
                <a:solidFill>
                  <a:srgbClr val="2F237E"/>
                </a:solidFill>
                <a:latin typeface="Arial"/>
                <a:ea typeface="Arial"/>
                <a:cs typeface="Arial"/>
              </a:rPr>
              <a:t>KẾT QUẢ KHẢO SÁT</a:t>
            </a:r>
          </a:p>
        </p:txBody>
      </p:sp>
      <p:sp>
        <p:nvSpPr>
          <p:cNvPr id="2" name="">
            <a:extLst xmlns:a="http://schemas.openxmlformats.org/drawingml/2006/main">
              <a:ext uri="{FF2B5EF4-FFF2-40B4-BE49-F238E27FC236}">
                <a16:creationId xmlns:a16="http://schemas.microsoft.com/office/drawing/2014/main" id="{1E160AAE-FB3B-43AA-8A32-E42967929629}"/>
              </a:ext>
            </a:extLst>
          </p:cNvPr>
          <p:cNvSpPr>
            <a:spLocks xmlns:a="http://schemas.openxmlformats.org/drawingml/2006/main" noGrp="1"/>
          </p:cNvSpPr>
          <p:nvPr/>
        </p:nvSpPr>
        <p:spPr>
          <a:xfrm xmlns:a="http://schemas.openxmlformats.org/drawingml/2006/main">
            <a:off x="904875" y="1371600"/>
            <a:ext cx="1038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325" b="1">
                <a:solidFill>
                  <a:srgbClr val="2F237E"/>
                </a:solidFill>
                <a:latin typeface="Arial"/>
                <a:ea typeface="Arial"/>
                <a:cs typeface="Arial"/>
              </a:defRPr>
            </a:pPr>
            <a:r>
              <a:rPr sz="2325" b="1">
                <a:solidFill>
                  <a:srgbClr val="2F237E"/>
                </a:solidFill>
                <a:latin typeface="Arial"/>
                <a:ea typeface="Arial"/>
                <a:cs typeface="Arial"/>
              </a:rPr>
              <a:t>Năm tín hiệu định lượng định hình sản phẩm</a:t>
            </a:r>
          </a:p>
        </p:txBody>
      </p:sp>
      <p:sp>
        <p:nvSpPr>
          <p:cNvPr id="3" name="">
            <a:extLst xmlns:a="http://schemas.openxmlformats.org/drawingml/2006/main">
              <a:ext uri="{FF2B5EF4-FFF2-40B4-BE49-F238E27FC236}">
                <a16:creationId xmlns:a16="http://schemas.microsoft.com/office/drawing/2014/main" id="{8095AC29-7793-458F-BCD9-68E97E22A913}"/>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7D000"/>
          </a:solidFill>
          <a:ln xmlns:a="http://schemas.openxmlformats.org/drawingml/2006/main" w="0">
            <a:solidFill>
              <a:srgbClr val="E7D000"/>
            </a:solidFill>
          </a:ln>
        </p:spPr>
      </p:sp>
      <p:sp>
        <p:nvSpPr>
          <p:cNvPr id="4" name="">
            <a:extLst xmlns:a="http://schemas.openxmlformats.org/drawingml/2006/main">
              <a:ext uri="{FF2B5EF4-FFF2-40B4-BE49-F238E27FC236}">
                <a16:creationId xmlns:a16="http://schemas.microsoft.com/office/drawing/2014/main" id="{420B6128-7497-4A25-8DA9-9435C9BCC5A0}"/>
              </a:ext>
            </a:extLst>
          </p:cNvPr>
          <p:cNvSpPr>
            <a:spLocks xmlns:a="http://schemas.openxmlformats.org/drawingml/2006/main" noGrp="1"/>
          </p:cNvSpPr>
          <p:nvPr/>
        </p:nvSpPr>
        <p:spPr>
          <a:xfrm xmlns:a="http://schemas.openxmlformats.org/drawingml/2006/main">
            <a:off x="904875" y="2095500"/>
            <a:ext cx="10382250" cy="3524250"/>
          </a:xfrm>
          <a:prstGeom xmlns:a="http://schemas.openxmlformats.org/drawingml/2006/main" prst="roundRect">
            <a:avLst>
              <a:gd name="adj" fmla="val 2162"/>
            </a:avLst>
          </a:prstGeom>
          <a:solidFill xmlns:a="http://schemas.openxmlformats.org/drawingml/2006/main">
            <a:srgbClr val="F7F9FC"/>
          </a:solidFill>
          <a:ln xmlns:a="http://schemas.openxmlformats.org/drawingml/2006/main" w="9525">
            <a:solidFill>
              <a:srgbClr val="CAD5E2"/>
            </a:solidFill>
          </a:ln>
        </p:spPr>
      </p:sp>
      <p:sp>
        <p:nvSpPr>
          <p:cNvPr id="5" name="">
            <a:extLst xmlns:a="http://schemas.openxmlformats.org/drawingml/2006/main">
              <a:ext uri="{FF2B5EF4-FFF2-40B4-BE49-F238E27FC236}">
                <a16:creationId xmlns:a16="http://schemas.microsoft.com/office/drawing/2014/main" id="{DB570B55-6533-4C6F-9637-ECC5E88C7741}"/>
              </a:ext>
            </a:extLst>
          </p:cNvPr>
          <p:cNvSpPr>
            <a:spLocks xmlns:a="http://schemas.openxmlformats.org/drawingml/2006/main" noGrp="1"/>
          </p:cNvSpPr>
          <p:nvPr/>
        </p:nvSpPr>
        <p:spPr>
          <a:xfrm xmlns:a="http://schemas.openxmlformats.org/drawingml/2006/main">
            <a:off x="1238250" y="242887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17233D"/>
                </a:solidFill>
                <a:latin typeface="Arial"/>
                <a:ea typeface="Arial"/>
                <a:cs typeface="Arial"/>
              </a:defRPr>
            </a:pPr>
            <a:r>
              <a:rPr sz="1200" b="1">
                <a:solidFill>
                  <a:srgbClr val="17233D"/>
                </a:solidFill>
                <a:latin typeface="Arial"/>
                <a:ea typeface="Arial"/>
                <a:cs typeface="Arial"/>
              </a:rPr>
              <a:t>Hay quên từ đã học</a:t>
            </a:r>
          </a:p>
        </p:txBody>
      </p:sp>
      <p:sp>
        <p:nvSpPr>
          <p:cNvPr id="6" name="">
            <a:extLst xmlns:a="http://schemas.openxmlformats.org/drawingml/2006/main">
              <a:ext uri="{FF2B5EF4-FFF2-40B4-BE49-F238E27FC236}">
                <a16:creationId xmlns:a16="http://schemas.microsoft.com/office/drawing/2014/main" id="{83267646-50EE-4A4C-AD17-61A8FD0C8C72}"/>
              </a:ext>
            </a:extLst>
          </p:cNvPr>
          <p:cNvSpPr>
            <a:spLocks xmlns:a="http://schemas.openxmlformats.org/drawingml/2006/main" noGrp="1"/>
          </p:cNvSpPr>
          <p:nvPr/>
        </p:nvSpPr>
        <p:spPr>
          <a:xfrm xmlns:a="http://schemas.openxmlformats.org/drawingml/2006/main">
            <a:off x="4524375" y="2476500"/>
            <a:ext cx="4000500" cy="142875"/>
          </a:xfrm>
          <a:prstGeom xmlns:a="http://schemas.openxmlformats.org/drawingml/2006/main" prst="roundRect">
            <a:avLst>
              <a:gd name="adj" fmla="val 50000"/>
            </a:avLst>
          </a:prstGeom>
          <a:solidFill xmlns:a="http://schemas.openxmlformats.org/drawingml/2006/main">
            <a:srgbClr val="E9EEF5"/>
          </a:solidFill>
          <a:ln xmlns:a="http://schemas.openxmlformats.org/drawingml/2006/main" w="9525">
            <a:solidFill>
              <a:srgbClr val="E9EEF5"/>
            </a:solidFill>
          </a:ln>
        </p:spPr>
      </p:sp>
      <p:sp>
        <p:nvSpPr>
          <p:cNvPr id="7" name="">
            <a:extLst xmlns:a="http://schemas.openxmlformats.org/drawingml/2006/main">
              <a:ext uri="{FF2B5EF4-FFF2-40B4-BE49-F238E27FC236}">
                <a16:creationId xmlns:a16="http://schemas.microsoft.com/office/drawing/2014/main" id="{41CA5326-651B-4E94-A555-68CCAC3D480F}"/>
              </a:ext>
            </a:extLst>
          </p:cNvPr>
          <p:cNvSpPr>
            <a:spLocks xmlns:a="http://schemas.openxmlformats.org/drawingml/2006/main" noGrp="1"/>
          </p:cNvSpPr>
          <p:nvPr/>
        </p:nvSpPr>
        <p:spPr>
          <a:xfrm xmlns:a="http://schemas.openxmlformats.org/drawingml/2006/main">
            <a:off x="4524375" y="2476500"/>
            <a:ext cx="4000500" cy="142875"/>
          </a:xfrm>
          <a:prstGeom xmlns:a="http://schemas.openxmlformats.org/drawingml/2006/main" prst="roundRect">
            <a:avLst>
              <a:gd name="adj" fmla="val 50000"/>
            </a:avLst>
          </a:prstGeom>
          <a:solidFill xmlns:a="http://schemas.openxmlformats.org/drawingml/2006/main">
            <a:srgbClr val="2F237E"/>
          </a:solidFill>
          <a:ln xmlns:a="http://schemas.openxmlformats.org/drawingml/2006/main" w="9525">
            <a:solidFill>
              <a:srgbClr val="2F237E"/>
            </a:solidFill>
          </a:ln>
        </p:spPr>
      </p:sp>
      <p:sp>
        <p:nvSpPr>
          <p:cNvPr id="8" name="">
            <a:extLst xmlns:a="http://schemas.openxmlformats.org/drawingml/2006/main">
              <a:ext uri="{FF2B5EF4-FFF2-40B4-BE49-F238E27FC236}">
                <a16:creationId xmlns:a16="http://schemas.microsoft.com/office/drawing/2014/main" id="{0A45F30D-1D58-4157-9AC6-02578B6442A4}"/>
              </a:ext>
            </a:extLst>
          </p:cNvPr>
          <p:cNvSpPr>
            <a:spLocks xmlns:a="http://schemas.openxmlformats.org/drawingml/2006/main" noGrp="1"/>
          </p:cNvSpPr>
          <p:nvPr/>
        </p:nvSpPr>
        <p:spPr>
          <a:xfrm xmlns:a="http://schemas.openxmlformats.org/drawingml/2006/main">
            <a:off x="8763000" y="240982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2F237E"/>
                </a:solidFill>
                <a:latin typeface="Arial"/>
                <a:ea typeface="Arial"/>
                <a:cs typeface="Arial"/>
              </a:defRPr>
            </a:pPr>
            <a:r>
              <a:rPr sz="1500" b="1">
                <a:solidFill>
                  <a:srgbClr val="2F237E"/>
                </a:solidFill>
                <a:latin typeface="Arial"/>
                <a:ea typeface="Arial"/>
                <a:cs typeface="Arial"/>
              </a:rPr>
              <a:t>100.0%</a:t>
            </a:r>
          </a:p>
        </p:txBody>
      </p:sp>
      <p:sp>
        <p:nvSpPr>
          <p:cNvPr id="9" name="">
            <a:extLst xmlns:a="http://schemas.openxmlformats.org/drawingml/2006/main">
              <a:ext uri="{FF2B5EF4-FFF2-40B4-BE49-F238E27FC236}">
                <a16:creationId xmlns:a16="http://schemas.microsoft.com/office/drawing/2014/main" id="{11165A6A-9680-446C-B823-0AE29B503118}"/>
              </a:ext>
            </a:extLst>
          </p:cNvPr>
          <p:cNvSpPr>
            <a:spLocks xmlns:a="http://schemas.openxmlformats.org/drawingml/2006/main" noGrp="1"/>
          </p:cNvSpPr>
          <p:nvPr/>
        </p:nvSpPr>
        <p:spPr>
          <a:xfrm xmlns:a="http://schemas.openxmlformats.org/drawingml/2006/main">
            <a:off x="1238250" y="300037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17233D"/>
                </a:solidFill>
                <a:latin typeface="Arial"/>
                <a:ea typeface="Arial"/>
                <a:cs typeface="Arial"/>
              </a:defRPr>
            </a:pPr>
            <a:r>
              <a:rPr sz="1200" b="1">
                <a:solidFill>
                  <a:srgbClr val="17233D"/>
                </a:solidFill>
                <a:latin typeface="Arial"/>
                <a:ea typeface="Arial"/>
                <a:cs typeface="Arial"/>
              </a:rPr>
              <a:t>Muốn hệ thống đề xuất nội dung ôn</a:t>
            </a:r>
          </a:p>
        </p:txBody>
      </p:sp>
      <p:sp>
        <p:nvSpPr>
          <p:cNvPr id="10" name="">
            <a:extLst xmlns:a="http://schemas.openxmlformats.org/drawingml/2006/main">
              <a:ext uri="{FF2B5EF4-FFF2-40B4-BE49-F238E27FC236}">
                <a16:creationId xmlns:a16="http://schemas.microsoft.com/office/drawing/2014/main" id="{9C312ED9-EF47-4925-865F-B4951B1F53F3}"/>
              </a:ext>
            </a:extLst>
          </p:cNvPr>
          <p:cNvSpPr>
            <a:spLocks xmlns:a="http://schemas.openxmlformats.org/drawingml/2006/main" noGrp="1"/>
          </p:cNvSpPr>
          <p:nvPr/>
        </p:nvSpPr>
        <p:spPr>
          <a:xfrm xmlns:a="http://schemas.openxmlformats.org/drawingml/2006/main">
            <a:off x="4524375" y="3048000"/>
            <a:ext cx="4000500" cy="142875"/>
          </a:xfrm>
          <a:prstGeom xmlns:a="http://schemas.openxmlformats.org/drawingml/2006/main" prst="roundRect">
            <a:avLst>
              <a:gd name="adj" fmla="val 50000"/>
            </a:avLst>
          </a:prstGeom>
          <a:solidFill xmlns:a="http://schemas.openxmlformats.org/drawingml/2006/main">
            <a:srgbClr val="E9EEF5"/>
          </a:solidFill>
          <a:ln xmlns:a="http://schemas.openxmlformats.org/drawingml/2006/main" w="9525">
            <a:solidFill>
              <a:srgbClr val="E9EEF5"/>
            </a:solidFill>
          </a:ln>
        </p:spPr>
      </p:sp>
      <p:sp>
        <p:nvSpPr>
          <p:cNvPr id="11" name="">
            <a:extLst xmlns:a="http://schemas.openxmlformats.org/drawingml/2006/main">
              <a:ext uri="{FF2B5EF4-FFF2-40B4-BE49-F238E27FC236}">
                <a16:creationId xmlns:a16="http://schemas.microsoft.com/office/drawing/2014/main" id="{3501475E-FC55-454C-9242-335C508623DF}"/>
              </a:ext>
            </a:extLst>
          </p:cNvPr>
          <p:cNvSpPr>
            <a:spLocks xmlns:a="http://schemas.openxmlformats.org/drawingml/2006/main" noGrp="1"/>
          </p:cNvSpPr>
          <p:nvPr/>
        </p:nvSpPr>
        <p:spPr>
          <a:xfrm xmlns:a="http://schemas.openxmlformats.org/drawingml/2006/main">
            <a:off x="4524375" y="3048000"/>
            <a:ext cx="3732467" cy="142875"/>
          </a:xfrm>
          <a:prstGeom xmlns:a="http://schemas.openxmlformats.org/drawingml/2006/main" prst="roundRect">
            <a:avLst>
              <a:gd name="adj" fmla="val 50000"/>
            </a:avLst>
          </a:prstGeom>
          <a:solidFill xmlns:a="http://schemas.openxmlformats.org/drawingml/2006/main">
            <a:srgbClr val="4B46C8"/>
          </a:solidFill>
          <a:ln xmlns:a="http://schemas.openxmlformats.org/drawingml/2006/main" w="9525">
            <a:solidFill>
              <a:srgbClr val="4B46C8"/>
            </a:solidFill>
          </a:ln>
        </p:spPr>
      </p:sp>
      <p:sp>
        <p:nvSpPr>
          <p:cNvPr id="12" name="">
            <a:extLst xmlns:a="http://schemas.openxmlformats.org/drawingml/2006/main">
              <a:ext uri="{FF2B5EF4-FFF2-40B4-BE49-F238E27FC236}">
                <a16:creationId xmlns:a16="http://schemas.microsoft.com/office/drawing/2014/main" id="{21529C23-6EE5-4C3B-AA52-BFD00C633312}"/>
              </a:ext>
            </a:extLst>
          </p:cNvPr>
          <p:cNvSpPr>
            <a:spLocks xmlns:a="http://schemas.openxmlformats.org/drawingml/2006/main" noGrp="1"/>
          </p:cNvSpPr>
          <p:nvPr/>
        </p:nvSpPr>
        <p:spPr>
          <a:xfrm xmlns:a="http://schemas.openxmlformats.org/drawingml/2006/main">
            <a:off x="8763000" y="298132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2F237E"/>
                </a:solidFill>
                <a:latin typeface="Arial"/>
                <a:ea typeface="Arial"/>
                <a:cs typeface="Arial"/>
              </a:defRPr>
            </a:pPr>
            <a:r>
              <a:rPr sz="1500" b="1">
                <a:solidFill>
                  <a:srgbClr val="2F237E"/>
                </a:solidFill>
                <a:latin typeface="Arial"/>
                <a:ea typeface="Arial"/>
                <a:cs typeface="Arial"/>
              </a:rPr>
              <a:t>93.3%</a:t>
            </a:r>
          </a:p>
        </p:txBody>
      </p:sp>
      <p:sp>
        <p:nvSpPr>
          <p:cNvPr id="13" name="">
            <a:extLst xmlns:a="http://schemas.openxmlformats.org/drawingml/2006/main">
              <a:ext uri="{FF2B5EF4-FFF2-40B4-BE49-F238E27FC236}">
                <a16:creationId xmlns:a16="http://schemas.microsoft.com/office/drawing/2014/main" id="{464EA40C-A4CD-43F6-A516-8639B3E09C53}"/>
              </a:ext>
            </a:extLst>
          </p:cNvPr>
          <p:cNvSpPr>
            <a:spLocks xmlns:a="http://schemas.openxmlformats.org/drawingml/2006/main" noGrp="1"/>
          </p:cNvSpPr>
          <p:nvPr/>
        </p:nvSpPr>
        <p:spPr>
          <a:xfrm xmlns:a="http://schemas.openxmlformats.org/drawingml/2006/main">
            <a:off x="1238250" y="357187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17233D"/>
                </a:solidFill>
                <a:latin typeface="Arial"/>
                <a:ea typeface="Arial"/>
                <a:cs typeface="Arial"/>
              </a:defRPr>
            </a:pPr>
            <a:r>
              <a:rPr sz="1200" b="1">
                <a:solidFill>
                  <a:srgbClr val="17233D"/>
                </a:solidFill>
                <a:latin typeface="Arial"/>
                <a:ea typeface="Arial"/>
                <a:cs typeface="Arial"/>
              </a:rPr>
              <a:t>Từng học không đều hoặc bỏ học</a:t>
            </a:r>
          </a:p>
        </p:txBody>
      </p:sp>
      <p:sp>
        <p:nvSpPr>
          <p:cNvPr id="14" name="">
            <a:extLst xmlns:a="http://schemas.openxmlformats.org/drawingml/2006/main">
              <a:ext uri="{FF2B5EF4-FFF2-40B4-BE49-F238E27FC236}">
                <a16:creationId xmlns:a16="http://schemas.microsoft.com/office/drawing/2014/main" id="{94BF2B83-C517-4718-94D5-060C4D00D0B5}"/>
              </a:ext>
            </a:extLst>
          </p:cNvPr>
          <p:cNvSpPr>
            <a:spLocks xmlns:a="http://schemas.openxmlformats.org/drawingml/2006/main" noGrp="1"/>
          </p:cNvSpPr>
          <p:nvPr/>
        </p:nvSpPr>
        <p:spPr>
          <a:xfrm xmlns:a="http://schemas.openxmlformats.org/drawingml/2006/main">
            <a:off x="4524375" y="3619500"/>
            <a:ext cx="4000500" cy="142875"/>
          </a:xfrm>
          <a:prstGeom xmlns:a="http://schemas.openxmlformats.org/drawingml/2006/main" prst="roundRect">
            <a:avLst>
              <a:gd name="adj" fmla="val 50000"/>
            </a:avLst>
          </a:prstGeom>
          <a:solidFill xmlns:a="http://schemas.openxmlformats.org/drawingml/2006/main">
            <a:srgbClr val="E9EEF5"/>
          </a:solidFill>
          <a:ln xmlns:a="http://schemas.openxmlformats.org/drawingml/2006/main" w="9525">
            <a:solidFill>
              <a:srgbClr val="E9EEF5"/>
            </a:solidFill>
          </a:ln>
        </p:spPr>
      </p:sp>
      <p:sp>
        <p:nvSpPr>
          <p:cNvPr id="15" name="">
            <a:extLst xmlns:a="http://schemas.openxmlformats.org/drawingml/2006/main">
              <a:ext uri="{FF2B5EF4-FFF2-40B4-BE49-F238E27FC236}">
                <a16:creationId xmlns:a16="http://schemas.microsoft.com/office/drawing/2014/main" id="{A4E2CEB6-4148-4D08-8AA4-ED336C4904D0}"/>
              </a:ext>
            </a:extLst>
          </p:cNvPr>
          <p:cNvSpPr>
            <a:spLocks xmlns:a="http://schemas.openxmlformats.org/drawingml/2006/main" noGrp="1"/>
          </p:cNvSpPr>
          <p:nvPr/>
        </p:nvSpPr>
        <p:spPr>
          <a:xfrm xmlns:a="http://schemas.openxmlformats.org/drawingml/2006/main">
            <a:off x="4524375" y="3619500"/>
            <a:ext cx="3468434" cy="142875"/>
          </a:xfrm>
          <a:prstGeom xmlns:a="http://schemas.openxmlformats.org/drawingml/2006/main" prst="roundRect">
            <a:avLst>
              <a:gd name="adj" fmla="val 50000"/>
            </a:avLst>
          </a:prstGeom>
          <a:solidFill xmlns:a="http://schemas.openxmlformats.org/drawingml/2006/main">
            <a:srgbClr val="4B46C8"/>
          </a:solidFill>
          <a:ln xmlns:a="http://schemas.openxmlformats.org/drawingml/2006/main" w="9525">
            <a:solidFill>
              <a:srgbClr val="4B46C8"/>
            </a:solidFill>
          </a:ln>
        </p:spPr>
      </p:sp>
      <p:sp>
        <p:nvSpPr>
          <p:cNvPr id="16" name="">
            <a:extLst xmlns:a="http://schemas.openxmlformats.org/drawingml/2006/main">
              <a:ext uri="{FF2B5EF4-FFF2-40B4-BE49-F238E27FC236}">
                <a16:creationId xmlns:a16="http://schemas.microsoft.com/office/drawing/2014/main" id="{60CA7B46-070B-41FC-910A-339C3D31A6A2}"/>
              </a:ext>
            </a:extLst>
          </p:cNvPr>
          <p:cNvSpPr>
            <a:spLocks xmlns:a="http://schemas.openxmlformats.org/drawingml/2006/main" noGrp="1"/>
          </p:cNvSpPr>
          <p:nvPr/>
        </p:nvSpPr>
        <p:spPr>
          <a:xfrm xmlns:a="http://schemas.openxmlformats.org/drawingml/2006/main">
            <a:off x="8763000" y="355282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2F237E"/>
                </a:solidFill>
                <a:latin typeface="Arial"/>
                <a:ea typeface="Arial"/>
                <a:cs typeface="Arial"/>
              </a:defRPr>
            </a:pPr>
            <a:r>
              <a:rPr sz="1500" b="1">
                <a:solidFill>
                  <a:srgbClr val="2F237E"/>
                </a:solidFill>
                <a:latin typeface="Arial"/>
                <a:ea typeface="Arial"/>
                <a:cs typeface="Arial"/>
              </a:rPr>
              <a:t>86.7%</a:t>
            </a:r>
          </a:p>
        </p:txBody>
      </p:sp>
      <p:sp>
        <p:nvSpPr>
          <p:cNvPr id="17" name="">
            <a:extLst xmlns:a="http://schemas.openxmlformats.org/drawingml/2006/main">
              <a:ext uri="{FF2B5EF4-FFF2-40B4-BE49-F238E27FC236}">
                <a16:creationId xmlns:a16="http://schemas.microsoft.com/office/drawing/2014/main" id="{C39E9FE3-8B61-4DEF-8A49-084DFF26097D}"/>
              </a:ext>
            </a:extLst>
          </p:cNvPr>
          <p:cNvSpPr>
            <a:spLocks xmlns:a="http://schemas.openxmlformats.org/drawingml/2006/main" noGrp="1"/>
          </p:cNvSpPr>
          <p:nvPr/>
        </p:nvSpPr>
        <p:spPr>
          <a:xfrm xmlns:a="http://schemas.openxmlformats.org/drawingml/2006/main">
            <a:off x="1238250" y="414337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17233D"/>
                </a:solidFill>
                <a:latin typeface="Arial"/>
                <a:ea typeface="Arial"/>
                <a:cs typeface="Arial"/>
              </a:defRPr>
            </a:pPr>
            <a:r>
              <a:rPr sz="1200" b="1">
                <a:solidFill>
                  <a:srgbClr val="17233D"/>
                </a:solidFill>
                <a:latin typeface="Arial"/>
                <a:ea typeface="Arial"/>
                <a:cs typeface="Arial"/>
              </a:rPr>
              <a:t>Đánh giá cao ôn tập lặp lại ngắt quãng</a:t>
            </a:r>
          </a:p>
        </p:txBody>
      </p:sp>
      <p:sp>
        <p:nvSpPr>
          <p:cNvPr id="18" name="">
            <a:extLst xmlns:a="http://schemas.openxmlformats.org/drawingml/2006/main">
              <a:ext uri="{FF2B5EF4-FFF2-40B4-BE49-F238E27FC236}">
                <a16:creationId xmlns:a16="http://schemas.microsoft.com/office/drawing/2014/main" id="{69345FB4-2347-4D02-83BF-1088E7664A02}"/>
              </a:ext>
            </a:extLst>
          </p:cNvPr>
          <p:cNvSpPr>
            <a:spLocks xmlns:a="http://schemas.openxmlformats.org/drawingml/2006/main" noGrp="1"/>
          </p:cNvSpPr>
          <p:nvPr/>
        </p:nvSpPr>
        <p:spPr>
          <a:xfrm xmlns:a="http://schemas.openxmlformats.org/drawingml/2006/main">
            <a:off x="4524375" y="4191000"/>
            <a:ext cx="4000500" cy="142875"/>
          </a:xfrm>
          <a:prstGeom xmlns:a="http://schemas.openxmlformats.org/drawingml/2006/main" prst="roundRect">
            <a:avLst>
              <a:gd name="adj" fmla="val 50000"/>
            </a:avLst>
          </a:prstGeom>
          <a:solidFill xmlns:a="http://schemas.openxmlformats.org/drawingml/2006/main">
            <a:srgbClr val="E9EEF5"/>
          </a:solidFill>
          <a:ln xmlns:a="http://schemas.openxmlformats.org/drawingml/2006/main" w="9525">
            <a:solidFill>
              <a:srgbClr val="E9EEF5"/>
            </a:solidFill>
          </a:ln>
        </p:spPr>
      </p:sp>
      <p:sp>
        <p:nvSpPr>
          <p:cNvPr id="19" name="">
            <a:extLst xmlns:a="http://schemas.openxmlformats.org/drawingml/2006/main">
              <a:ext uri="{FF2B5EF4-FFF2-40B4-BE49-F238E27FC236}">
                <a16:creationId xmlns:a16="http://schemas.microsoft.com/office/drawing/2014/main" id="{D2A0B4F9-BA72-401C-B114-4BDBA73F5AE7}"/>
              </a:ext>
            </a:extLst>
          </p:cNvPr>
          <p:cNvSpPr>
            <a:spLocks xmlns:a="http://schemas.openxmlformats.org/drawingml/2006/main" noGrp="1"/>
          </p:cNvSpPr>
          <p:nvPr/>
        </p:nvSpPr>
        <p:spPr>
          <a:xfrm xmlns:a="http://schemas.openxmlformats.org/drawingml/2006/main">
            <a:off x="4524375" y="4191000"/>
            <a:ext cx="3200400" cy="142875"/>
          </a:xfrm>
          <a:prstGeom xmlns:a="http://schemas.openxmlformats.org/drawingml/2006/main" prst="roundRect">
            <a:avLst>
              <a:gd name="adj" fmla="val 50000"/>
            </a:avLst>
          </a:prstGeom>
          <a:solidFill xmlns:a="http://schemas.openxmlformats.org/drawingml/2006/main">
            <a:srgbClr val="1683B8"/>
          </a:solidFill>
          <a:ln xmlns:a="http://schemas.openxmlformats.org/drawingml/2006/main" w="9525">
            <a:solidFill>
              <a:srgbClr val="1683B8"/>
            </a:solidFill>
          </a:ln>
        </p:spPr>
      </p:sp>
      <p:sp>
        <p:nvSpPr>
          <p:cNvPr id="20" name="">
            <a:extLst xmlns:a="http://schemas.openxmlformats.org/drawingml/2006/main">
              <a:ext uri="{FF2B5EF4-FFF2-40B4-BE49-F238E27FC236}">
                <a16:creationId xmlns:a16="http://schemas.microsoft.com/office/drawing/2014/main" id="{EC8BEDD0-B6C3-47B0-B1D7-3B1849B7D605}"/>
              </a:ext>
            </a:extLst>
          </p:cNvPr>
          <p:cNvSpPr>
            <a:spLocks xmlns:a="http://schemas.openxmlformats.org/drawingml/2006/main" noGrp="1"/>
          </p:cNvSpPr>
          <p:nvPr/>
        </p:nvSpPr>
        <p:spPr>
          <a:xfrm xmlns:a="http://schemas.openxmlformats.org/drawingml/2006/main">
            <a:off x="8763000" y="412432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2F237E"/>
                </a:solidFill>
                <a:latin typeface="Arial"/>
                <a:ea typeface="Arial"/>
                <a:cs typeface="Arial"/>
              </a:defRPr>
            </a:pPr>
            <a:r>
              <a:rPr sz="1500" b="1">
                <a:solidFill>
                  <a:srgbClr val="2F237E"/>
                </a:solidFill>
                <a:latin typeface="Arial"/>
                <a:ea typeface="Arial"/>
                <a:cs typeface="Arial"/>
              </a:rPr>
              <a:t>80.0%</a:t>
            </a:r>
          </a:p>
        </p:txBody>
      </p:sp>
      <p:sp>
        <p:nvSpPr>
          <p:cNvPr id="21" name="">
            <a:extLst xmlns:a="http://schemas.openxmlformats.org/drawingml/2006/main">
              <a:ext uri="{FF2B5EF4-FFF2-40B4-BE49-F238E27FC236}">
                <a16:creationId xmlns:a16="http://schemas.microsoft.com/office/drawing/2014/main" id="{F4651395-A3BF-4E70-82FF-2983EDD48E40}"/>
              </a:ext>
            </a:extLst>
          </p:cNvPr>
          <p:cNvSpPr>
            <a:spLocks xmlns:a="http://schemas.openxmlformats.org/drawingml/2006/main" noGrp="1"/>
          </p:cNvSpPr>
          <p:nvPr/>
        </p:nvSpPr>
        <p:spPr>
          <a:xfrm xmlns:a="http://schemas.openxmlformats.org/drawingml/2006/main">
            <a:off x="1238250" y="471487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17233D"/>
                </a:solidFill>
                <a:latin typeface="Arial"/>
                <a:ea typeface="Arial"/>
                <a:cs typeface="Arial"/>
              </a:defRPr>
            </a:pPr>
            <a:r>
              <a:rPr sz="1200" b="1">
                <a:solidFill>
                  <a:srgbClr val="17233D"/>
                </a:solidFill>
                <a:latin typeface="Arial"/>
                <a:ea typeface="Arial"/>
                <a:cs typeface="Arial"/>
              </a:rPr>
              <a:t>Cần sửa lỗi ngữ pháp và giải thích</a:t>
            </a:r>
          </a:p>
        </p:txBody>
      </p:sp>
      <p:sp>
        <p:nvSpPr>
          <p:cNvPr id="22" name="">
            <a:extLst xmlns:a="http://schemas.openxmlformats.org/drawingml/2006/main">
              <a:ext uri="{FF2B5EF4-FFF2-40B4-BE49-F238E27FC236}">
                <a16:creationId xmlns:a16="http://schemas.microsoft.com/office/drawing/2014/main" id="{31A4CD3C-9FE8-4462-A75C-BF0635DECE41}"/>
              </a:ext>
            </a:extLst>
          </p:cNvPr>
          <p:cNvSpPr>
            <a:spLocks xmlns:a="http://schemas.openxmlformats.org/drawingml/2006/main" noGrp="1"/>
          </p:cNvSpPr>
          <p:nvPr/>
        </p:nvSpPr>
        <p:spPr>
          <a:xfrm xmlns:a="http://schemas.openxmlformats.org/drawingml/2006/main">
            <a:off x="4524375" y="4762500"/>
            <a:ext cx="4000500" cy="142875"/>
          </a:xfrm>
          <a:prstGeom xmlns:a="http://schemas.openxmlformats.org/drawingml/2006/main" prst="roundRect">
            <a:avLst>
              <a:gd name="adj" fmla="val 50000"/>
            </a:avLst>
          </a:prstGeom>
          <a:solidFill xmlns:a="http://schemas.openxmlformats.org/drawingml/2006/main">
            <a:srgbClr val="E9EEF5"/>
          </a:solidFill>
          <a:ln xmlns:a="http://schemas.openxmlformats.org/drawingml/2006/main" w="9525">
            <a:solidFill>
              <a:srgbClr val="E9EEF5"/>
            </a:solidFill>
          </a:ln>
        </p:spPr>
      </p:sp>
      <p:sp>
        <p:nvSpPr>
          <p:cNvPr id="23" name="">
            <a:extLst xmlns:a="http://schemas.openxmlformats.org/drawingml/2006/main">
              <a:ext uri="{FF2B5EF4-FFF2-40B4-BE49-F238E27FC236}">
                <a16:creationId xmlns:a16="http://schemas.microsoft.com/office/drawing/2014/main" id="{3931F1CA-2AD2-41A5-AFFC-3871C1A7E6C1}"/>
              </a:ext>
            </a:extLst>
          </p:cNvPr>
          <p:cNvSpPr>
            <a:spLocks xmlns:a="http://schemas.openxmlformats.org/drawingml/2006/main" noGrp="1"/>
          </p:cNvSpPr>
          <p:nvPr/>
        </p:nvSpPr>
        <p:spPr>
          <a:xfrm xmlns:a="http://schemas.openxmlformats.org/drawingml/2006/main">
            <a:off x="4524375" y="4762500"/>
            <a:ext cx="2668334" cy="142875"/>
          </a:xfrm>
          <a:prstGeom xmlns:a="http://schemas.openxmlformats.org/drawingml/2006/main" prst="roundRect">
            <a:avLst>
              <a:gd name="adj" fmla="val 50000"/>
            </a:avLst>
          </a:prstGeom>
          <a:solidFill xmlns:a="http://schemas.openxmlformats.org/drawingml/2006/main">
            <a:srgbClr val="1683B8"/>
          </a:solidFill>
          <a:ln xmlns:a="http://schemas.openxmlformats.org/drawingml/2006/main" w="9525">
            <a:solidFill>
              <a:srgbClr val="1683B8"/>
            </a:solidFill>
          </a:ln>
        </p:spPr>
      </p:sp>
      <p:sp>
        <p:nvSpPr>
          <p:cNvPr id="24" name="">
            <a:extLst xmlns:a="http://schemas.openxmlformats.org/drawingml/2006/main">
              <a:ext uri="{FF2B5EF4-FFF2-40B4-BE49-F238E27FC236}">
                <a16:creationId xmlns:a16="http://schemas.microsoft.com/office/drawing/2014/main" id="{87344B18-95FC-4D30-8E96-AE543DD6D839}"/>
              </a:ext>
            </a:extLst>
          </p:cNvPr>
          <p:cNvSpPr>
            <a:spLocks xmlns:a="http://schemas.openxmlformats.org/drawingml/2006/main" noGrp="1"/>
          </p:cNvSpPr>
          <p:nvPr/>
        </p:nvSpPr>
        <p:spPr>
          <a:xfrm xmlns:a="http://schemas.openxmlformats.org/drawingml/2006/main">
            <a:off x="8763000" y="469582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2F237E"/>
                </a:solidFill>
                <a:latin typeface="Arial"/>
                <a:ea typeface="Arial"/>
                <a:cs typeface="Arial"/>
              </a:defRPr>
            </a:pPr>
            <a:r>
              <a:rPr sz="1500" b="1">
                <a:solidFill>
                  <a:srgbClr val="2F237E"/>
                </a:solidFill>
                <a:latin typeface="Arial"/>
                <a:ea typeface="Arial"/>
                <a:cs typeface="Arial"/>
              </a:rPr>
              <a:t>66.7%</a:t>
            </a:r>
          </a:p>
        </p:txBody>
      </p:sp>
      <p:sp>
        <p:nvSpPr>
          <p:cNvPr id="25" name="">
            <a:extLst xmlns:a="http://schemas.openxmlformats.org/drawingml/2006/main">
              <a:ext uri="{FF2B5EF4-FFF2-40B4-BE49-F238E27FC236}">
                <a16:creationId xmlns:a16="http://schemas.microsoft.com/office/drawing/2014/main" id="{2527F58F-0157-49DC-B6E2-3CFD714E02CB}"/>
              </a:ext>
            </a:extLst>
          </p:cNvPr>
          <p:cNvSpPr>
            <a:spLocks xmlns:a="http://schemas.openxmlformats.org/drawingml/2006/main" noGrp="1"/>
          </p:cNvSpPr>
          <p:nvPr/>
        </p:nvSpPr>
        <p:spPr>
          <a:xfrm xmlns:a="http://schemas.openxmlformats.org/drawingml/2006/main">
            <a:off x="1238250" y="5191125"/>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61708A"/>
                </a:solidFill>
                <a:latin typeface="Arial"/>
                <a:ea typeface="Arial"/>
                <a:cs typeface="Arial"/>
              </a:defRPr>
            </a:pPr>
            <a:r>
              <a:rPr sz="1275" b="0">
                <a:solidFill>
                  <a:srgbClr val="61708A"/>
                </a:solidFill>
                <a:latin typeface="Arial"/>
                <a:ea typeface="Arial"/>
                <a:cs typeface="Arial"/>
              </a:rPr>
              <a:t>Ý nghĩa: nhu cầu lớn nhất tập trung ở ghi nhớ, duy trì thói quen và phản hồi khi luyện viết.</a:t>
            </a:r>
          </a:p>
        </p:txBody>
      </p:sp>
    </p:spTree>
    <p:extLst>
      <p:ext uri="{BB962C8B-B14F-4D97-AF65-F5344CB8AC3E}">
        <p14:creationId xmlns:p14="http://schemas.microsoft.com/office/powerpoint/2010/main" val="389747449"/>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66F9BA6-8E3D-4BA0-ACD9-D1E82F38E2A0}"/>
              </a:ext>
            </a:extLst>
          </p:cNvPr>
          <p:cNvSpPr>
            <a:spLocks xmlns:a="http://schemas.openxmlformats.org/drawingml/2006/main" noGrp="1"/>
          </p:cNvSpPr>
          <p:nvPr/>
        </p:nvSpPr>
        <p:spPr>
          <a:xfrm xmlns:a="http://schemas.openxmlformats.org/drawingml/2006/main">
            <a:off x="904875" y="1123950"/>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2F237E"/>
                </a:solidFill>
                <a:latin typeface="Arial"/>
                <a:ea typeface="Arial"/>
                <a:cs typeface="Arial"/>
              </a:defRPr>
            </a:pPr>
            <a:r>
              <a:rPr sz="1125" b="1">
                <a:solidFill>
                  <a:srgbClr val="2F237E"/>
                </a:solidFill>
                <a:latin typeface="Arial"/>
                <a:ea typeface="Arial"/>
                <a:cs typeface="Arial"/>
              </a:rPr>
              <a:t>PHÂN TÍCH YÊU CẦU</a:t>
            </a:r>
          </a:p>
        </p:txBody>
      </p:sp>
      <p:sp>
        <p:nvSpPr>
          <p:cNvPr id="2" name="">
            <a:extLst xmlns:a="http://schemas.openxmlformats.org/drawingml/2006/main">
              <a:ext uri="{FF2B5EF4-FFF2-40B4-BE49-F238E27FC236}">
                <a16:creationId xmlns:a16="http://schemas.microsoft.com/office/drawing/2014/main" id="{3C5D5098-E430-44AD-A5B8-75182C2A18B7}"/>
              </a:ext>
            </a:extLst>
          </p:cNvPr>
          <p:cNvSpPr>
            <a:spLocks xmlns:a="http://schemas.openxmlformats.org/drawingml/2006/main" noGrp="1"/>
          </p:cNvSpPr>
          <p:nvPr/>
        </p:nvSpPr>
        <p:spPr>
          <a:xfrm xmlns:a="http://schemas.openxmlformats.org/drawingml/2006/main">
            <a:off x="904875" y="1371600"/>
            <a:ext cx="1038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325" b="1">
                <a:solidFill>
                  <a:srgbClr val="2F237E"/>
                </a:solidFill>
                <a:latin typeface="Arial"/>
                <a:ea typeface="Arial"/>
                <a:cs typeface="Arial"/>
              </a:defRPr>
            </a:pPr>
            <a:r>
              <a:rPr sz="2325" b="1">
                <a:solidFill>
                  <a:srgbClr val="2F237E"/>
                </a:solidFill>
                <a:latin typeface="Arial"/>
                <a:ea typeface="Arial"/>
                <a:cs typeface="Arial"/>
              </a:rPr>
              <a:t>Từ bằng chứng người học đến yêu cầu chức năng</a:t>
            </a:r>
          </a:p>
        </p:txBody>
      </p:sp>
      <p:sp>
        <p:nvSpPr>
          <p:cNvPr id="3" name="">
            <a:extLst xmlns:a="http://schemas.openxmlformats.org/drawingml/2006/main">
              <a:ext uri="{FF2B5EF4-FFF2-40B4-BE49-F238E27FC236}">
                <a16:creationId xmlns:a16="http://schemas.microsoft.com/office/drawing/2014/main" id="{FD803663-BA08-4DB2-B809-0AF5B31F5C0F}"/>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7D000"/>
          </a:solidFill>
          <a:ln xmlns:a="http://schemas.openxmlformats.org/drawingml/2006/main" w="0">
            <a:solidFill>
              <a:srgbClr val="E7D000"/>
            </a:solidFill>
          </a:ln>
        </p:spPr>
      </p:sp>
      <p:sp>
        <p:nvSpPr>
          <p:cNvPr id="4" name="">
            <a:extLst xmlns:a="http://schemas.openxmlformats.org/drawingml/2006/main">
              <a:ext uri="{FF2B5EF4-FFF2-40B4-BE49-F238E27FC236}">
                <a16:creationId xmlns:a16="http://schemas.microsoft.com/office/drawing/2014/main" id="{2299DA9C-FB3B-4453-B68A-C0F75F3319B4}"/>
              </a:ext>
            </a:extLst>
          </p:cNvPr>
          <p:cNvSpPr>
            <a:spLocks xmlns:a="http://schemas.openxmlformats.org/drawingml/2006/main" noGrp="1"/>
          </p:cNvSpPr>
          <p:nvPr/>
        </p:nvSpPr>
        <p:spPr>
          <a:xfrm xmlns:a="http://schemas.openxmlformats.org/drawingml/2006/main">
            <a:off x="904875" y="2143125"/>
            <a:ext cx="2333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2F237E"/>
                </a:solidFill>
                <a:latin typeface="Arial"/>
                <a:ea typeface="Arial"/>
                <a:cs typeface="Arial"/>
              </a:defRPr>
            </a:pPr>
            <a:r>
              <a:rPr sz="1125" b="1">
                <a:solidFill>
                  <a:srgbClr val="2F237E"/>
                </a:solidFill>
                <a:latin typeface="Arial"/>
                <a:ea typeface="Arial"/>
                <a:cs typeface="Arial"/>
              </a:rPr>
              <a:t>BẰNG CHỨNG</a:t>
            </a:r>
          </a:p>
        </p:txBody>
      </p:sp>
      <p:sp>
        <p:nvSpPr>
          <p:cNvPr id="5" name="">
            <a:extLst xmlns:a="http://schemas.openxmlformats.org/drawingml/2006/main">
              <a:ext uri="{FF2B5EF4-FFF2-40B4-BE49-F238E27FC236}">
                <a16:creationId xmlns:a16="http://schemas.microsoft.com/office/drawing/2014/main" id="{AE31474D-560F-46B8-9BEA-D6C5863604B9}"/>
              </a:ext>
            </a:extLst>
          </p:cNvPr>
          <p:cNvSpPr>
            <a:spLocks xmlns:a="http://schemas.openxmlformats.org/drawingml/2006/main" noGrp="1"/>
          </p:cNvSpPr>
          <p:nvPr/>
        </p:nvSpPr>
        <p:spPr>
          <a:xfrm xmlns:a="http://schemas.openxmlformats.org/drawingml/2006/main">
            <a:off x="3381375" y="2143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2F237E"/>
                </a:solidFill>
                <a:latin typeface="Arial"/>
                <a:ea typeface="Arial"/>
                <a:cs typeface="Arial"/>
              </a:defRPr>
            </a:pPr>
            <a:r>
              <a:rPr sz="1125" b="1">
                <a:solidFill>
                  <a:srgbClr val="2F237E"/>
                </a:solidFill>
                <a:latin typeface="Arial"/>
                <a:ea typeface="Arial"/>
                <a:cs typeface="Arial"/>
              </a:rPr>
              <a:t>TỶ LỆ</a:t>
            </a:r>
          </a:p>
        </p:txBody>
      </p:sp>
      <p:sp>
        <p:nvSpPr>
          <p:cNvPr id="6" name="">
            <a:extLst xmlns:a="http://schemas.openxmlformats.org/drawingml/2006/main">
              <a:ext uri="{FF2B5EF4-FFF2-40B4-BE49-F238E27FC236}">
                <a16:creationId xmlns:a16="http://schemas.microsoft.com/office/drawing/2014/main" id="{83DE8948-3656-48A5-AFEC-9C854CA687CC}"/>
              </a:ext>
            </a:extLst>
          </p:cNvPr>
          <p:cNvSpPr>
            <a:spLocks xmlns:a="http://schemas.openxmlformats.org/drawingml/2006/main" noGrp="1"/>
          </p:cNvSpPr>
          <p:nvPr/>
        </p:nvSpPr>
        <p:spPr>
          <a:xfrm xmlns:a="http://schemas.openxmlformats.org/drawingml/2006/main">
            <a:off x="5476875" y="2143125"/>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2F237E"/>
                </a:solidFill>
                <a:latin typeface="Arial"/>
                <a:ea typeface="Arial"/>
                <a:cs typeface="Arial"/>
              </a:defRPr>
            </a:pPr>
            <a:r>
              <a:rPr sz="1125" b="1">
                <a:solidFill>
                  <a:srgbClr val="2F237E"/>
                </a:solidFill>
                <a:latin typeface="Arial"/>
                <a:ea typeface="Arial"/>
                <a:cs typeface="Arial"/>
              </a:rPr>
              <a:t>USE CASE</a:t>
            </a:r>
          </a:p>
        </p:txBody>
      </p:sp>
      <p:sp>
        <p:nvSpPr>
          <p:cNvPr id="7" name="">
            <a:extLst xmlns:a="http://schemas.openxmlformats.org/drawingml/2006/main">
              <a:ext uri="{FF2B5EF4-FFF2-40B4-BE49-F238E27FC236}">
                <a16:creationId xmlns:a16="http://schemas.microsoft.com/office/drawing/2014/main" id="{A928B53C-1588-442A-A92D-96FF3B3EAB4B}"/>
              </a:ext>
            </a:extLst>
          </p:cNvPr>
          <p:cNvSpPr>
            <a:spLocks xmlns:a="http://schemas.openxmlformats.org/drawingml/2006/main" noGrp="1"/>
          </p:cNvSpPr>
          <p:nvPr/>
        </p:nvSpPr>
        <p:spPr>
          <a:xfrm xmlns:a="http://schemas.openxmlformats.org/drawingml/2006/main">
            <a:off x="7239000" y="2143125"/>
            <a:ext cx="4048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2F237E"/>
                </a:solidFill>
                <a:latin typeface="Arial"/>
                <a:ea typeface="Arial"/>
                <a:cs typeface="Arial"/>
              </a:defRPr>
            </a:pPr>
            <a:r>
              <a:rPr sz="1125" b="1">
                <a:solidFill>
                  <a:srgbClr val="2F237E"/>
                </a:solidFill>
                <a:latin typeface="Arial"/>
                <a:ea typeface="Arial"/>
                <a:cs typeface="Arial"/>
              </a:rPr>
              <a:t>HÀM Ý THIẾT KẾ</a:t>
            </a:r>
          </a:p>
        </p:txBody>
      </p:sp>
      <p:sp>
        <p:nvSpPr>
          <p:cNvPr id="8" name="">
            <a:extLst xmlns:a="http://schemas.openxmlformats.org/drawingml/2006/main">
              <a:ext uri="{FF2B5EF4-FFF2-40B4-BE49-F238E27FC236}">
                <a16:creationId xmlns:a16="http://schemas.microsoft.com/office/drawing/2014/main" id="{7EC0013E-35D3-4513-B2E6-CF1B58C9CA1E}"/>
              </a:ext>
            </a:extLst>
          </p:cNvPr>
          <p:cNvSpPr>
            <a:spLocks xmlns:a="http://schemas.openxmlformats.org/drawingml/2006/main" noGrp="1"/>
          </p:cNvSpPr>
          <p:nvPr/>
        </p:nvSpPr>
        <p:spPr>
          <a:xfrm xmlns:a="http://schemas.openxmlformats.org/drawingml/2006/main">
            <a:off x="904875" y="2476500"/>
            <a:ext cx="10382250" cy="457200"/>
          </a:xfrm>
          <a:prstGeom xmlns:a="http://schemas.openxmlformats.org/drawingml/2006/main" prst="roundRect">
            <a:avLst>
              <a:gd name="adj" fmla="val 16667"/>
            </a:avLst>
          </a:prstGeom>
          <a:solidFill xmlns:a="http://schemas.openxmlformats.org/drawingml/2006/main">
            <a:srgbClr val="F4F7FB"/>
          </a:solidFill>
          <a:ln xmlns:a="http://schemas.openxmlformats.org/drawingml/2006/main" w="9525">
            <a:solidFill>
              <a:srgbClr val="CAD5E2"/>
            </a:solidFill>
          </a:ln>
        </p:spPr>
      </p:sp>
      <p:sp>
        <p:nvSpPr>
          <p:cNvPr id="9" name="">
            <a:extLst xmlns:a="http://schemas.openxmlformats.org/drawingml/2006/main">
              <a:ext uri="{FF2B5EF4-FFF2-40B4-BE49-F238E27FC236}">
                <a16:creationId xmlns:a16="http://schemas.microsoft.com/office/drawing/2014/main" id="{BADBAC13-D0DF-4517-A0BB-998E0A14D805}"/>
              </a:ext>
            </a:extLst>
          </p:cNvPr>
          <p:cNvSpPr>
            <a:spLocks xmlns:a="http://schemas.openxmlformats.org/drawingml/2006/main" noGrp="1"/>
          </p:cNvSpPr>
          <p:nvPr/>
        </p:nvSpPr>
        <p:spPr>
          <a:xfrm xmlns:a="http://schemas.openxmlformats.org/drawingml/2006/main">
            <a:off x="1019175" y="2533650"/>
            <a:ext cx="2143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0">
                <a:solidFill>
                  <a:srgbClr val="17233D"/>
                </a:solidFill>
                <a:latin typeface="Arial"/>
                <a:ea typeface="Arial"/>
                <a:cs typeface="Arial"/>
              </a:defRPr>
            </a:pPr>
            <a:r>
              <a:rPr sz="1125" b="0">
                <a:solidFill>
                  <a:srgbClr val="17233D"/>
                </a:solidFill>
                <a:latin typeface="Arial"/>
                <a:ea typeface="Arial"/>
                <a:cs typeface="Arial"/>
              </a:rPr>
              <a:t>Quên từ vựng</a:t>
            </a:r>
          </a:p>
        </p:txBody>
      </p:sp>
      <p:sp>
        <p:nvSpPr>
          <p:cNvPr id="10" name="">
            <a:extLst xmlns:a="http://schemas.openxmlformats.org/drawingml/2006/main">
              <a:ext uri="{FF2B5EF4-FFF2-40B4-BE49-F238E27FC236}">
                <a16:creationId xmlns:a16="http://schemas.microsoft.com/office/drawing/2014/main" id="{250DC9BF-4485-42F7-BE30-4163EC9B4095}"/>
              </a:ext>
            </a:extLst>
          </p:cNvPr>
          <p:cNvSpPr>
            <a:spLocks xmlns:a="http://schemas.openxmlformats.org/drawingml/2006/main" noGrp="1"/>
          </p:cNvSpPr>
          <p:nvPr/>
        </p:nvSpPr>
        <p:spPr>
          <a:xfrm xmlns:a="http://schemas.openxmlformats.org/drawingml/2006/main">
            <a:off x="3495675" y="2533650"/>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1">
                <a:solidFill>
                  <a:srgbClr val="2F237E"/>
                </a:solidFill>
                <a:latin typeface="Arial"/>
                <a:ea typeface="Arial"/>
                <a:cs typeface="Arial"/>
              </a:defRPr>
            </a:pPr>
            <a:r>
              <a:rPr sz="1275" b="1">
                <a:solidFill>
                  <a:srgbClr val="2F237E"/>
                </a:solidFill>
                <a:latin typeface="Arial"/>
                <a:ea typeface="Arial"/>
                <a:cs typeface="Arial"/>
              </a:rPr>
              <a:t>100% (15/15)</a:t>
            </a:r>
          </a:p>
        </p:txBody>
      </p:sp>
      <p:sp>
        <p:nvSpPr>
          <p:cNvPr id="11" name="">
            <a:extLst xmlns:a="http://schemas.openxmlformats.org/drawingml/2006/main">
              <a:ext uri="{FF2B5EF4-FFF2-40B4-BE49-F238E27FC236}">
                <a16:creationId xmlns:a16="http://schemas.microsoft.com/office/drawing/2014/main" id="{8E51373D-92D9-4774-916A-D85668898E68}"/>
              </a:ext>
            </a:extLst>
          </p:cNvPr>
          <p:cNvSpPr>
            <a:spLocks xmlns:a="http://schemas.openxmlformats.org/drawingml/2006/main" noGrp="1"/>
          </p:cNvSpPr>
          <p:nvPr/>
        </p:nvSpPr>
        <p:spPr>
          <a:xfrm xmlns:a="http://schemas.openxmlformats.org/drawingml/2006/main">
            <a:off x="5591175" y="2533650"/>
            <a:ext cx="138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17233D"/>
                </a:solidFill>
                <a:latin typeface="Arial"/>
                <a:ea typeface="Arial"/>
                <a:cs typeface="Arial"/>
              </a:defRPr>
            </a:pPr>
            <a:r>
              <a:rPr sz="1125" b="1">
                <a:solidFill>
                  <a:srgbClr val="17233D"/>
                </a:solidFill>
                <a:latin typeface="Arial"/>
                <a:ea typeface="Arial"/>
                <a:cs typeface="Arial"/>
              </a:rPr>
              <a:t>UC-02, UC-05</a:t>
            </a:r>
          </a:p>
        </p:txBody>
      </p:sp>
      <p:sp>
        <p:nvSpPr>
          <p:cNvPr id="12" name="">
            <a:extLst xmlns:a="http://schemas.openxmlformats.org/drawingml/2006/main">
              <a:ext uri="{FF2B5EF4-FFF2-40B4-BE49-F238E27FC236}">
                <a16:creationId xmlns:a16="http://schemas.microsoft.com/office/drawing/2014/main" id="{39546403-71C1-48FE-94F5-8A61EE970E5F}"/>
              </a:ext>
            </a:extLst>
          </p:cNvPr>
          <p:cNvSpPr>
            <a:spLocks xmlns:a="http://schemas.openxmlformats.org/drawingml/2006/main" noGrp="1"/>
          </p:cNvSpPr>
          <p:nvPr/>
        </p:nvSpPr>
        <p:spPr>
          <a:xfrm xmlns:a="http://schemas.openxmlformats.org/drawingml/2006/main">
            <a:off x="7353300" y="2533650"/>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0">
                <a:solidFill>
                  <a:srgbClr val="17233D"/>
                </a:solidFill>
                <a:latin typeface="Arial"/>
                <a:ea typeface="Arial"/>
                <a:cs typeface="Arial"/>
              </a:defRPr>
            </a:pPr>
            <a:r>
              <a:rPr sz="1125" b="0">
                <a:solidFill>
                  <a:srgbClr val="17233D"/>
                </a:solidFill>
                <a:latin typeface="Arial"/>
                <a:ea typeface="Arial"/>
                <a:cs typeface="Arial"/>
              </a:rPr>
              <a:t>Học từ vựng và ôn theo lịch</a:t>
            </a:r>
          </a:p>
        </p:txBody>
      </p:sp>
      <p:sp>
        <p:nvSpPr>
          <p:cNvPr id="13" name="">
            <a:extLst xmlns:a="http://schemas.openxmlformats.org/drawingml/2006/main">
              <a:ext uri="{FF2B5EF4-FFF2-40B4-BE49-F238E27FC236}">
                <a16:creationId xmlns:a16="http://schemas.microsoft.com/office/drawing/2014/main" id="{C7194BCF-FC79-4082-AA67-03FBCEF81325}"/>
              </a:ext>
            </a:extLst>
          </p:cNvPr>
          <p:cNvSpPr>
            <a:spLocks xmlns:a="http://schemas.openxmlformats.org/drawingml/2006/main" noGrp="1"/>
          </p:cNvSpPr>
          <p:nvPr/>
        </p:nvSpPr>
        <p:spPr>
          <a:xfrm xmlns:a="http://schemas.openxmlformats.org/drawingml/2006/main">
            <a:off x="904875" y="3028950"/>
            <a:ext cx="103822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CAD5E2"/>
            </a:solidFill>
          </a:ln>
        </p:spPr>
      </p:sp>
      <p:sp>
        <p:nvSpPr>
          <p:cNvPr id="14" name="">
            <a:extLst xmlns:a="http://schemas.openxmlformats.org/drawingml/2006/main">
              <a:ext uri="{FF2B5EF4-FFF2-40B4-BE49-F238E27FC236}">
                <a16:creationId xmlns:a16="http://schemas.microsoft.com/office/drawing/2014/main" id="{51C63533-4C5C-49CA-AA28-4DEB5222145B}"/>
              </a:ext>
            </a:extLst>
          </p:cNvPr>
          <p:cNvSpPr>
            <a:spLocks xmlns:a="http://schemas.openxmlformats.org/drawingml/2006/main" noGrp="1"/>
          </p:cNvSpPr>
          <p:nvPr/>
        </p:nvSpPr>
        <p:spPr>
          <a:xfrm xmlns:a="http://schemas.openxmlformats.org/drawingml/2006/main">
            <a:off x="1019175" y="3086100"/>
            <a:ext cx="2143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0">
                <a:solidFill>
                  <a:srgbClr val="17233D"/>
                </a:solidFill>
                <a:latin typeface="Arial"/>
                <a:ea typeface="Arial"/>
                <a:cs typeface="Arial"/>
              </a:defRPr>
            </a:pPr>
            <a:r>
              <a:rPr sz="1125" b="0">
                <a:solidFill>
                  <a:srgbClr val="17233D"/>
                </a:solidFill>
                <a:latin typeface="Arial"/>
                <a:ea typeface="Arial"/>
                <a:cs typeface="Arial"/>
              </a:rPr>
              <a:t>Muốn đề xuất nội dung</a:t>
            </a:r>
          </a:p>
        </p:txBody>
      </p:sp>
      <p:sp>
        <p:nvSpPr>
          <p:cNvPr id="15" name="">
            <a:extLst xmlns:a="http://schemas.openxmlformats.org/drawingml/2006/main">
              <a:ext uri="{FF2B5EF4-FFF2-40B4-BE49-F238E27FC236}">
                <a16:creationId xmlns:a16="http://schemas.microsoft.com/office/drawing/2014/main" id="{3CD0FAC6-1381-4E64-A568-D96BD2AB3BD3}"/>
              </a:ext>
            </a:extLst>
          </p:cNvPr>
          <p:cNvSpPr>
            <a:spLocks xmlns:a="http://schemas.openxmlformats.org/drawingml/2006/main" noGrp="1"/>
          </p:cNvSpPr>
          <p:nvPr/>
        </p:nvSpPr>
        <p:spPr>
          <a:xfrm xmlns:a="http://schemas.openxmlformats.org/drawingml/2006/main">
            <a:off x="3495675" y="3086100"/>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1">
                <a:solidFill>
                  <a:srgbClr val="2F237E"/>
                </a:solidFill>
                <a:latin typeface="Arial"/>
                <a:ea typeface="Arial"/>
                <a:cs typeface="Arial"/>
              </a:defRPr>
            </a:pPr>
            <a:r>
              <a:rPr sz="1275" b="1">
                <a:solidFill>
                  <a:srgbClr val="2F237E"/>
                </a:solidFill>
                <a:latin typeface="Arial"/>
                <a:ea typeface="Arial"/>
                <a:cs typeface="Arial"/>
              </a:rPr>
              <a:t>93,3% (14/15)</a:t>
            </a:r>
          </a:p>
        </p:txBody>
      </p:sp>
      <p:sp>
        <p:nvSpPr>
          <p:cNvPr id="16" name="">
            <a:extLst xmlns:a="http://schemas.openxmlformats.org/drawingml/2006/main">
              <a:ext uri="{FF2B5EF4-FFF2-40B4-BE49-F238E27FC236}">
                <a16:creationId xmlns:a16="http://schemas.microsoft.com/office/drawing/2014/main" id="{281D9E5D-F851-4AFD-B732-3F336F695007}"/>
              </a:ext>
            </a:extLst>
          </p:cNvPr>
          <p:cNvSpPr>
            <a:spLocks xmlns:a="http://schemas.openxmlformats.org/drawingml/2006/main" noGrp="1"/>
          </p:cNvSpPr>
          <p:nvPr/>
        </p:nvSpPr>
        <p:spPr>
          <a:xfrm xmlns:a="http://schemas.openxmlformats.org/drawingml/2006/main">
            <a:off x="5591175" y="3086100"/>
            <a:ext cx="138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17233D"/>
                </a:solidFill>
                <a:latin typeface="Arial"/>
                <a:ea typeface="Arial"/>
                <a:cs typeface="Arial"/>
              </a:defRPr>
            </a:pPr>
            <a:r>
              <a:rPr sz="1125" b="1">
                <a:solidFill>
                  <a:srgbClr val="17233D"/>
                </a:solidFill>
                <a:latin typeface="Arial"/>
                <a:ea typeface="Arial"/>
                <a:cs typeface="Arial"/>
              </a:rPr>
              <a:t>UC-02, UC-09</a:t>
            </a:r>
          </a:p>
        </p:txBody>
      </p:sp>
      <p:sp>
        <p:nvSpPr>
          <p:cNvPr id="17" name="">
            <a:extLst xmlns:a="http://schemas.openxmlformats.org/drawingml/2006/main">
              <a:ext uri="{FF2B5EF4-FFF2-40B4-BE49-F238E27FC236}">
                <a16:creationId xmlns:a16="http://schemas.microsoft.com/office/drawing/2014/main" id="{356AE4CC-E595-428F-A472-3CEB2DBB2696}"/>
              </a:ext>
            </a:extLst>
          </p:cNvPr>
          <p:cNvSpPr>
            <a:spLocks xmlns:a="http://schemas.openxmlformats.org/drawingml/2006/main" noGrp="1"/>
          </p:cNvSpPr>
          <p:nvPr/>
        </p:nvSpPr>
        <p:spPr>
          <a:xfrm xmlns:a="http://schemas.openxmlformats.org/drawingml/2006/main">
            <a:off x="7353300" y="3086100"/>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0">
                <a:solidFill>
                  <a:srgbClr val="17233D"/>
                </a:solidFill>
                <a:latin typeface="Arial"/>
                <a:ea typeface="Arial"/>
                <a:cs typeface="Arial"/>
              </a:defRPr>
            </a:pPr>
            <a:r>
              <a:rPr sz="1125" b="0">
                <a:solidFill>
                  <a:srgbClr val="17233D"/>
                </a:solidFill>
                <a:latin typeface="Arial"/>
                <a:ea typeface="Arial"/>
                <a:cs typeface="Arial"/>
              </a:rPr>
              <a:t>Lộ trình học và định vị đầu vào</a:t>
            </a:r>
          </a:p>
        </p:txBody>
      </p:sp>
      <p:sp>
        <p:nvSpPr>
          <p:cNvPr id="18" name="">
            <a:extLst xmlns:a="http://schemas.openxmlformats.org/drawingml/2006/main">
              <a:ext uri="{FF2B5EF4-FFF2-40B4-BE49-F238E27FC236}">
                <a16:creationId xmlns:a16="http://schemas.microsoft.com/office/drawing/2014/main" id="{37B51C5E-4374-4614-A119-E61CCF477105}"/>
              </a:ext>
            </a:extLst>
          </p:cNvPr>
          <p:cNvSpPr>
            <a:spLocks xmlns:a="http://schemas.openxmlformats.org/drawingml/2006/main" noGrp="1"/>
          </p:cNvSpPr>
          <p:nvPr/>
        </p:nvSpPr>
        <p:spPr>
          <a:xfrm xmlns:a="http://schemas.openxmlformats.org/drawingml/2006/main">
            <a:off x="904875" y="3581400"/>
            <a:ext cx="10382250" cy="457200"/>
          </a:xfrm>
          <a:prstGeom xmlns:a="http://schemas.openxmlformats.org/drawingml/2006/main" prst="roundRect">
            <a:avLst>
              <a:gd name="adj" fmla="val 16667"/>
            </a:avLst>
          </a:prstGeom>
          <a:solidFill xmlns:a="http://schemas.openxmlformats.org/drawingml/2006/main">
            <a:srgbClr val="F4F7FB"/>
          </a:solidFill>
          <a:ln xmlns:a="http://schemas.openxmlformats.org/drawingml/2006/main" w="9525">
            <a:solidFill>
              <a:srgbClr val="CAD5E2"/>
            </a:solidFill>
          </a:ln>
        </p:spPr>
      </p:sp>
      <p:sp>
        <p:nvSpPr>
          <p:cNvPr id="19" name="">
            <a:extLst xmlns:a="http://schemas.openxmlformats.org/drawingml/2006/main">
              <a:ext uri="{FF2B5EF4-FFF2-40B4-BE49-F238E27FC236}">
                <a16:creationId xmlns:a16="http://schemas.microsoft.com/office/drawing/2014/main" id="{9B04F7E6-5B36-4C7C-8366-616EE696858C}"/>
              </a:ext>
            </a:extLst>
          </p:cNvPr>
          <p:cNvSpPr>
            <a:spLocks xmlns:a="http://schemas.openxmlformats.org/drawingml/2006/main" noGrp="1"/>
          </p:cNvSpPr>
          <p:nvPr/>
        </p:nvSpPr>
        <p:spPr>
          <a:xfrm xmlns:a="http://schemas.openxmlformats.org/drawingml/2006/main">
            <a:off x="1019175" y="3638550"/>
            <a:ext cx="2143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0">
                <a:solidFill>
                  <a:srgbClr val="17233D"/>
                </a:solidFill>
                <a:latin typeface="Arial"/>
                <a:ea typeface="Arial"/>
                <a:cs typeface="Arial"/>
              </a:defRPr>
            </a:pPr>
            <a:r>
              <a:rPr sz="1125" b="0">
                <a:solidFill>
                  <a:srgbClr val="17233D"/>
                </a:solidFill>
                <a:latin typeface="Arial"/>
                <a:ea typeface="Arial"/>
                <a:cs typeface="Arial"/>
              </a:rPr>
              <a:t>Học không đều</a:t>
            </a:r>
          </a:p>
        </p:txBody>
      </p:sp>
      <p:sp>
        <p:nvSpPr>
          <p:cNvPr id="20" name="">
            <a:extLst xmlns:a="http://schemas.openxmlformats.org/drawingml/2006/main">
              <a:ext uri="{FF2B5EF4-FFF2-40B4-BE49-F238E27FC236}">
                <a16:creationId xmlns:a16="http://schemas.microsoft.com/office/drawing/2014/main" id="{29398A48-EFF9-43EB-8F7F-474A32A8434C}"/>
              </a:ext>
            </a:extLst>
          </p:cNvPr>
          <p:cNvSpPr>
            <a:spLocks xmlns:a="http://schemas.openxmlformats.org/drawingml/2006/main" noGrp="1"/>
          </p:cNvSpPr>
          <p:nvPr/>
        </p:nvSpPr>
        <p:spPr>
          <a:xfrm xmlns:a="http://schemas.openxmlformats.org/drawingml/2006/main">
            <a:off x="3495675" y="3638550"/>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1">
                <a:solidFill>
                  <a:srgbClr val="2F237E"/>
                </a:solidFill>
                <a:latin typeface="Arial"/>
                <a:ea typeface="Arial"/>
                <a:cs typeface="Arial"/>
              </a:defRPr>
            </a:pPr>
            <a:r>
              <a:rPr sz="1275" b="1">
                <a:solidFill>
                  <a:srgbClr val="2F237E"/>
                </a:solidFill>
                <a:latin typeface="Arial"/>
                <a:ea typeface="Arial"/>
                <a:cs typeface="Arial"/>
              </a:rPr>
              <a:t>86,7% (13/15)</a:t>
            </a:r>
          </a:p>
        </p:txBody>
      </p:sp>
      <p:sp>
        <p:nvSpPr>
          <p:cNvPr id="21" name="">
            <a:extLst xmlns:a="http://schemas.openxmlformats.org/drawingml/2006/main">
              <a:ext uri="{FF2B5EF4-FFF2-40B4-BE49-F238E27FC236}">
                <a16:creationId xmlns:a16="http://schemas.microsoft.com/office/drawing/2014/main" id="{3B57586E-AA99-494C-84B2-5BFA32BD6A52}"/>
              </a:ext>
            </a:extLst>
          </p:cNvPr>
          <p:cNvSpPr>
            <a:spLocks xmlns:a="http://schemas.openxmlformats.org/drawingml/2006/main" noGrp="1"/>
          </p:cNvSpPr>
          <p:nvPr/>
        </p:nvSpPr>
        <p:spPr>
          <a:xfrm xmlns:a="http://schemas.openxmlformats.org/drawingml/2006/main">
            <a:off x="5591175" y="3638550"/>
            <a:ext cx="138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17233D"/>
                </a:solidFill>
                <a:latin typeface="Arial"/>
                <a:ea typeface="Arial"/>
                <a:cs typeface="Arial"/>
              </a:defRPr>
            </a:pPr>
            <a:r>
              <a:rPr sz="1125" b="1">
                <a:solidFill>
                  <a:srgbClr val="17233D"/>
                </a:solidFill>
                <a:latin typeface="Arial"/>
                <a:ea typeface="Arial"/>
                <a:cs typeface="Arial"/>
              </a:rPr>
              <a:t>UC-07, UC-08</a:t>
            </a:r>
          </a:p>
        </p:txBody>
      </p:sp>
      <p:sp>
        <p:nvSpPr>
          <p:cNvPr id="22" name="">
            <a:extLst xmlns:a="http://schemas.openxmlformats.org/drawingml/2006/main">
              <a:ext uri="{FF2B5EF4-FFF2-40B4-BE49-F238E27FC236}">
                <a16:creationId xmlns:a16="http://schemas.microsoft.com/office/drawing/2014/main" id="{EFA0BEAD-8276-44A1-91F3-1F5D7E375CF1}"/>
              </a:ext>
            </a:extLst>
          </p:cNvPr>
          <p:cNvSpPr>
            <a:spLocks xmlns:a="http://schemas.openxmlformats.org/drawingml/2006/main" noGrp="1"/>
          </p:cNvSpPr>
          <p:nvPr/>
        </p:nvSpPr>
        <p:spPr>
          <a:xfrm xmlns:a="http://schemas.openxmlformats.org/drawingml/2006/main">
            <a:off x="7353300" y="3638550"/>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0">
                <a:solidFill>
                  <a:srgbClr val="17233D"/>
                </a:solidFill>
                <a:latin typeface="Arial"/>
                <a:ea typeface="Arial"/>
                <a:cs typeface="Arial"/>
              </a:defRPr>
            </a:pPr>
            <a:r>
              <a:rPr sz="1125" b="0">
                <a:solidFill>
                  <a:srgbClr val="17233D"/>
                </a:solidFill>
                <a:latin typeface="Arial"/>
                <a:ea typeface="Arial"/>
                <a:cs typeface="Arial"/>
              </a:rPr>
              <a:t>Theo dõi tiến độ và nhắc trong ứng dụng</a:t>
            </a:r>
          </a:p>
        </p:txBody>
      </p:sp>
      <p:sp>
        <p:nvSpPr>
          <p:cNvPr id="23" name="">
            <a:extLst xmlns:a="http://schemas.openxmlformats.org/drawingml/2006/main">
              <a:ext uri="{FF2B5EF4-FFF2-40B4-BE49-F238E27FC236}">
                <a16:creationId xmlns:a16="http://schemas.microsoft.com/office/drawing/2014/main" id="{7D098D9D-B9FA-4675-A570-1344BFBC9277}"/>
              </a:ext>
            </a:extLst>
          </p:cNvPr>
          <p:cNvSpPr>
            <a:spLocks xmlns:a="http://schemas.openxmlformats.org/drawingml/2006/main" noGrp="1"/>
          </p:cNvSpPr>
          <p:nvPr/>
        </p:nvSpPr>
        <p:spPr>
          <a:xfrm xmlns:a="http://schemas.openxmlformats.org/drawingml/2006/main">
            <a:off x="904875" y="4133850"/>
            <a:ext cx="103822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CAD5E2"/>
            </a:solidFill>
          </a:ln>
        </p:spPr>
      </p:sp>
      <p:sp>
        <p:nvSpPr>
          <p:cNvPr id="24" name="">
            <a:extLst xmlns:a="http://schemas.openxmlformats.org/drawingml/2006/main">
              <a:ext uri="{FF2B5EF4-FFF2-40B4-BE49-F238E27FC236}">
                <a16:creationId xmlns:a16="http://schemas.microsoft.com/office/drawing/2014/main" id="{B78C4E7D-CE09-40B7-95A4-B8FE11C31EA6}"/>
              </a:ext>
            </a:extLst>
          </p:cNvPr>
          <p:cNvSpPr>
            <a:spLocks xmlns:a="http://schemas.openxmlformats.org/drawingml/2006/main" noGrp="1"/>
          </p:cNvSpPr>
          <p:nvPr/>
        </p:nvSpPr>
        <p:spPr>
          <a:xfrm xmlns:a="http://schemas.openxmlformats.org/drawingml/2006/main">
            <a:off x="1019175" y="4191000"/>
            <a:ext cx="2143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0">
                <a:solidFill>
                  <a:srgbClr val="17233D"/>
                </a:solidFill>
                <a:latin typeface="Arial"/>
                <a:ea typeface="Arial"/>
                <a:cs typeface="Arial"/>
              </a:defRPr>
            </a:pPr>
            <a:r>
              <a:rPr sz="1125" b="0">
                <a:solidFill>
                  <a:srgbClr val="17233D"/>
                </a:solidFill>
                <a:latin typeface="Arial"/>
                <a:ea typeface="Arial"/>
                <a:cs typeface="Arial"/>
              </a:rPr>
              <a:t>Cần sửa lỗi câu</a:t>
            </a:r>
          </a:p>
        </p:txBody>
      </p:sp>
      <p:sp>
        <p:nvSpPr>
          <p:cNvPr id="25" name="">
            <a:extLst xmlns:a="http://schemas.openxmlformats.org/drawingml/2006/main">
              <a:ext uri="{FF2B5EF4-FFF2-40B4-BE49-F238E27FC236}">
                <a16:creationId xmlns:a16="http://schemas.microsoft.com/office/drawing/2014/main" id="{C98D4491-2AA0-492F-9437-7739DD8114FC}"/>
              </a:ext>
            </a:extLst>
          </p:cNvPr>
          <p:cNvSpPr>
            <a:spLocks xmlns:a="http://schemas.openxmlformats.org/drawingml/2006/main" noGrp="1"/>
          </p:cNvSpPr>
          <p:nvPr/>
        </p:nvSpPr>
        <p:spPr>
          <a:xfrm xmlns:a="http://schemas.openxmlformats.org/drawingml/2006/main">
            <a:off x="3495675" y="4191000"/>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1">
                <a:solidFill>
                  <a:srgbClr val="2F237E"/>
                </a:solidFill>
                <a:latin typeface="Arial"/>
                <a:ea typeface="Arial"/>
                <a:cs typeface="Arial"/>
              </a:defRPr>
            </a:pPr>
            <a:r>
              <a:rPr sz="1275" b="1">
                <a:solidFill>
                  <a:srgbClr val="2F237E"/>
                </a:solidFill>
                <a:latin typeface="Arial"/>
                <a:ea typeface="Arial"/>
                <a:cs typeface="Arial"/>
              </a:rPr>
              <a:t>66,7% (10/15)</a:t>
            </a:r>
          </a:p>
        </p:txBody>
      </p:sp>
      <p:sp>
        <p:nvSpPr>
          <p:cNvPr id="26" name="">
            <a:extLst xmlns:a="http://schemas.openxmlformats.org/drawingml/2006/main">
              <a:ext uri="{FF2B5EF4-FFF2-40B4-BE49-F238E27FC236}">
                <a16:creationId xmlns:a16="http://schemas.microsoft.com/office/drawing/2014/main" id="{37B3927E-18B6-4292-AFD3-7245D1FB4357}"/>
              </a:ext>
            </a:extLst>
          </p:cNvPr>
          <p:cNvSpPr>
            <a:spLocks xmlns:a="http://schemas.openxmlformats.org/drawingml/2006/main" noGrp="1"/>
          </p:cNvSpPr>
          <p:nvPr/>
        </p:nvSpPr>
        <p:spPr>
          <a:xfrm xmlns:a="http://schemas.openxmlformats.org/drawingml/2006/main">
            <a:off x="5591175" y="4191000"/>
            <a:ext cx="138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17233D"/>
                </a:solidFill>
                <a:latin typeface="Arial"/>
                <a:ea typeface="Arial"/>
                <a:cs typeface="Arial"/>
              </a:defRPr>
            </a:pPr>
            <a:r>
              <a:rPr sz="1125" b="1">
                <a:solidFill>
                  <a:srgbClr val="17233D"/>
                </a:solidFill>
                <a:latin typeface="Arial"/>
                <a:ea typeface="Arial"/>
                <a:cs typeface="Arial"/>
              </a:rPr>
              <a:t>UC-06</a:t>
            </a:r>
          </a:p>
        </p:txBody>
      </p:sp>
      <p:sp>
        <p:nvSpPr>
          <p:cNvPr id="27" name="">
            <a:extLst xmlns:a="http://schemas.openxmlformats.org/drawingml/2006/main">
              <a:ext uri="{FF2B5EF4-FFF2-40B4-BE49-F238E27FC236}">
                <a16:creationId xmlns:a16="http://schemas.microsoft.com/office/drawing/2014/main" id="{8B0772E8-27F5-4F74-9258-F31E0FEED435}"/>
              </a:ext>
            </a:extLst>
          </p:cNvPr>
          <p:cNvSpPr>
            <a:spLocks xmlns:a="http://schemas.openxmlformats.org/drawingml/2006/main" noGrp="1"/>
          </p:cNvSpPr>
          <p:nvPr/>
        </p:nvSpPr>
        <p:spPr>
          <a:xfrm xmlns:a="http://schemas.openxmlformats.org/drawingml/2006/main">
            <a:off x="7353300" y="4191000"/>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0">
                <a:solidFill>
                  <a:srgbClr val="17233D"/>
                </a:solidFill>
                <a:latin typeface="Arial"/>
                <a:ea typeface="Arial"/>
                <a:cs typeface="Arial"/>
              </a:defRPr>
            </a:pPr>
            <a:r>
              <a:rPr sz="1125" b="0">
                <a:solidFill>
                  <a:srgbClr val="17233D"/>
                </a:solidFill>
                <a:latin typeface="Arial"/>
                <a:ea typeface="Arial"/>
                <a:cs typeface="Arial"/>
              </a:rPr>
              <a:t>Luyện viết tình huống và kiểm tra ngữ pháp</a:t>
            </a:r>
          </a:p>
        </p:txBody>
      </p:sp>
      <p:sp>
        <p:nvSpPr>
          <p:cNvPr id="28" name="">
            <a:extLst xmlns:a="http://schemas.openxmlformats.org/drawingml/2006/main">
              <a:ext uri="{FF2B5EF4-FFF2-40B4-BE49-F238E27FC236}">
                <a16:creationId xmlns:a16="http://schemas.microsoft.com/office/drawing/2014/main" id="{850F4CCC-F523-456D-B494-0EAEBDE9E3F3}"/>
              </a:ext>
            </a:extLst>
          </p:cNvPr>
          <p:cNvSpPr>
            <a:spLocks xmlns:a="http://schemas.openxmlformats.org/drawingml/2006/main" noGrp="1"/>
          </p:cNvSpPr>
          <p:nvPr/>
        </p:nvSpPr>
        <p:spPr>
          <a:xfrm xmlns:a="http://schemas.openxmlformats.org/drawingml/2006/main">
            <a:off x="904875" y="4686300"/>
            <a:ext cx="10382250" cy="457200"/>
          </a:xfrm>
          <a:prstGeom xmlns:a="http://schemas.openxmlformats.org/drawingml/2006/main" prst="roundRect">
            <a:avLst>
              <a:gd name="adj" fmla="val 16667"/>
            </a:avLst>
          </a:prstGeom>
          <a:solidFill xmlns:a="http://schemas.openxmlformats.org/drawingml/2006/main">
            <a:srgbClr val="F4F7FB"/>
          </a:solidFill>
          <a:ln xmlns:a="http://schemas.openxmlformats.org/drawingml/2006/main" w="9525">
            <a:solidFill>
              <a:srgbClr val="CAD5E2"/>
            </a:solidFill>
          </a:ln>
        </p:spPr>
      </p:sp>
      <p:sp>
        <p:nvSpPr>
          <p:cNvPr id="29" name="">
            <a:extLst xmlns:a="http://schemas.openxmlformats.org/drawingml/2006/main">
              <a:ext uri="{FF2B5EF4-FFF2-40B4-BE49-F238E27FC236}">
                <a16:creationId xmlns:a16="http://schemas.microsoft.com/office/drawing/2014/main" id="{A4989929-7E2F-436B-8385-BBB3E88ECDF5}"/>
              </a:ext>
            </a:extLst>
          </p:cNvPr>
          <p:cNvSpPr>
            <a:spLocks xmlns:a="http://schemas.openxmlformats.org/drawingml/2006/main" noGrp="1"/>
          </p:cNvSpPr>
          <p:nvPr/>
        </p:nvSpPr>
        <p:spPr>
          <a:xfrm xmlns:a="http://schemas.openxmlformats.org/drawingml/2006/main">
            <a:off x="1019175" y="4743450"/>
            <a:ext cx="2143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0">
                <a:solidFill>
                  <a:srgbClr val="17233D"/>
                </a:solidFill>
                <a:latin typeface="Arial"/>
                <a:ea typeface="Arial"/>
                <a:cs typeface="Arial"/>
              </a:defRPr>
            </a:pPr>
            <a:r>
              <a:rPr sz="1125" b="0">
                <a:solidFill>
                  <a:srgbClr val="17233D"/>
                </a:solidFill>
                <a:latin typeface="Arial"/>
                <a:ea typeface="Arial"/>
                <a:cs typeface="Arial"/>
              </a:rPr>
              <a:t>Ưu tiên bài điền từ</a:t>
            </a:r>
          </a:p>
        </p:txBody>
      </p:sp>
      <p:sp>
        <p:nvSpPr>
          <p:cNvPr id="30" name="">
            <a:extLst xmlns:a="http://schemas.openxmlformats.org/drawingml/2006/main">
              <a:ext uri="{FF2B5EF4-FFF2-40B4-BE49-F238E27FC236}">
                <a16:creationId xmlns:a16="http://schemas.microsoft.com/office/drawing/2014/main" id="{B2FC3729-988E-4E0B-853A-F40B735E5405}"/>
              </a:ext>
            </a:extLst>
          </p:cNvPr>
          <p:cNvSpPr>
            <a:spLocks xmlns:a="http://schemas.openxmlformats.org/drawingml/2006/main" noGrp="1"/>
          </p:cNvSpPr>
          <p:nvPr/>
        </p:nvSpPr>
        <p:spPr>
          <a:xfrm xmlns:a="http://schemas.openxmlformats.org/drawingml/2006/main">
            <a:off x="3495675" y="4743450"/>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1">
                <a:solidFill>
                  <a:srgbClr val="2F237E"/>
                </a:solidFill>
                <a:latin typeface="Arial"/>
                <a:ea typeface="Arial"/>
                <a:cs typeface="Arial"/>
              </a:defRPr>
            </a:pPr>
            <a:r>
              <a:rPr sz="1275" b="1">
                <a:solidFill>
                  <a:srgbClr val="2F237E"/>
                </a:solidFill>
                <a:latin typeface="Arial"/>
                <a:ea typeface="Arial"/>
                <a:cs typeface="Arial"/>
              </a:rPr>
              <a:t>73,3% (11/15)</a:t>
            </a:r>
          </a:p>
        </p:txBody>
      </p:sp>
      <p:sp>
        <p:nvSpPr>
          <p:cNvPr id="31" name="">
            <a:extLst xmlns:a="http://schemas.openxmlformats.org/drawingml/2006/main">
              <a:ext uri="{FF2B5EF4-FFF2-40B4-BE49-F238E27FC236}">
                <a16:creationId xmlns:a16="http://schemas.microsoft.com/office/drawing/2014/main" id="{60AAFBD6-6655-47B6-A1C9-B5A353C9AE00}"/>
              </a:ext>
            </a:extLst>
          </p:cNvPr>
          <p:cNvSpPr>
            <a:spLocks xmlns:a="http://schemas.openxmlformats.org/drawingml/2006/main" noGrp="1"/>
          </p:cNvSpPr>
          <p:nvPr/>
        </p:nvSpPr>
        <p:spPr>
          <a:xfrm xmlns:a="http://schemas.openxmlformats.org/drawingml/2006/main">
            <a:off x="5591175" y="4743450"/>
            <a:ext cx="138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17233D"/>
                </a:solidFill>
                <a:latin typeface="Arial"/>
                <a:ea typeface="Arial"/>
                <a:cs typeface="Arial"/>
              </a:defRPr>
            </a:pPr>
            <a:r>
              <a:rPr sz="1125" b="1">
                <a:solidFill>
                  <a:srgbClr val="17233D"/>
                </a:solidFill>
                <a:latin typeface="Arial"/>
                <a:ea typeface="Arial"/>
                <a:cs typeface="Arial"/>
              </a:rPr>
              <a:t>UC-03</a:t>
            </a:r>
          </a:p>
        </p:txBody>
      </p:sp>
      <p:sp>
        <p:nvSpPr>
          <p:cNvPr id="32" name="">
            <a:extLst xmlns:a="http://schemas.openxmlformats.org/drawingml/2006/main">
              <a:ext uri="{FF2B5EF4-FFF2-40B4-BE49-F238E27FC236}">
                <a16:creationId xmlns:a16="http://schemas.microsoft.com/office/drawing/2014/main" id="{3303A284-377B-4FF8-BC5F-54DB24760FF9}"/>
              </a:ext>
            </a:extLst>
          </p:cNvPr>
          <p:cNvSpPr>
            <a:spLocks xmlns:a="http://schemas.openxmlformats.org/drawingml/2006/main" noGrp="1"/>
          </p:cNvSpPr>
          <p:nvPr/>
        </p:nvSpPr>
        <p:spPr>
          <a:xfrm xmlns:a="http://schemas.openxmlformats.org/drawingml/2006/main">
            <a:off x="7353300" y="4743450"/>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0">
                <a:solidFill>
                  <a:srgbClr val="17233D"/>
                </a:solidFill>
                <a:latin typeface="Arial"/>
                <a:ea typeface="Arial"/>
                <a:cs typeface="Arial"/>
              </a:defRPr>
            </a:pPr>
            <a:r>
              <a:rPr sz="1125" b="0">
                <a:solidFill>
                  <a:srgbClr val="17233D"/>
                </a:solidFill>
                <a:latin typeface="Arial"/>
                <a:ea typeface="Arial"/>
                <a:cs typeface="Arial"/>
              </a:rPr>
              <a:t>Bài tập tương tác nhiều dạng</a:t>
            </a:r>
          </a:p>
        </p:txBody>
      </p:sp>
      <p:sp>
        <p:nvSpPr>
          <p:cNvPr id="33" name="">
            <a:extLst xmlns:a="http://schemas.openxmlformats.org/drawingml/2006/main">
              <a:ext uri="{FF2B5EF4-FFF2-40B4-BE49-F238E27FC236}">
                <a16:creationId xmlns:a16="http://schemas.microsoft.com/office/drawing/2014/main" id="{D9890A28-CDD8-4906-86EC-377B1E6FB96F}"/>
              </a:ext>
            </a:extLst>
          </p:cNvPr>
          <p:cNvSpPr>
            <a:spLocks xmlns:a="http://schemas.openxmlformats.org/drawingml/2006/main" noGrp="1"/>
          </p:cNvSpPr>
          <p:nvPr/>
        </p:nvSpPr>
        <p:spPr>
          <a:xfrm xmlns:a="http://schemas.openxmlformats.org/drawingml/2006/main">
            <a:off x="904875" y="542925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61708A"/>
                </a:solidFill>
                <a:latin typeface="Arial"/>
                <a:ea typeface="Arial"/>
                <a:cs typeface="Arial"/>
              </a:defRPr>
            </a:pPr>
            <a:r>
              <a:rPr sz="1275" b="0">
                <a:solidFill>
                  <a:srgbClr val="61708A"/>
                </a:solidFill>
                <a:latin typeface="Arial"/>
                <a:ea typeface="Arial"/>
                <a:cs typeface="Arial"/>
              </a:rPr>
              <a:t>Các tỷ lệ ưu tiên giúp giải thích vì sao mỗi UC xuất hiện trong phạm vi dự án.</a:t>
            </a:r>
          </a:p>
        </p:txBody>
      </p:sp>
    </p:spTree>
    <p:extLst>
      <p:ext uri="{BB962C8B-B14F-4D97-AF65-F5344CB8AC3E}">
        <p14:creationId xmlns:p14="http://schemas.microsoft.com/office/powerpoint/2010/main" val="1621270387"/>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4AF416D-F4A7-4654-A0AF-F5BC4A4CDA28}"/>
              </a:ext>
            </a:extLst>
          </p:cNvPr>
          <p:cNvSpPr>
            <a:spLocks xmlns:a="http://schemas.openxmlformats.org/drawingml/2006/main" noGrp="1"/>
          </p:cNvSpPr>
          <p:nvPr/>
        </p:nvSpPr>
        <p:spPr>
          <a:xfrm xmlns:a="http://schemas.openxmlformats.org/drawingml/2006/main">
            <a:off x="904875" y="1123950"/>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2F237E"/>
                </a:solidFill>
                <a:latin typeface="Arial"/>
                <a:ea typeface="Arial"/>
                <a:cs typeface="Arial"/>
              </a:defRPr>
            </a:pPr>
            <a:r>
              <a:rPr sz="1125" b="1">
                <a:solidFill>
                  <a:srgbClr val="2F237E"/>
                </a:solidFill>
                <a:latin typeface="Arial"/>
                <a:ea typeface="Arial"/>
                <a:cs typeface="Arial"/>
              </a:rPr>
              <a:t>YÊU CẦU &amp; TRẠNG THÁI</a:t>
            </a:r>
          </a:p>
        </p:txBody>
      </p:sp>
      <p:sp>
        <p:nvSpPr>
          <p:cNvPr id="2" name="">
            <a:extLst xmlns:a="http://schemas.openxmlformats.org/drawingml/2006/main">
              <a:ext uri="{FF2B5EF4-FFF2-40B4-BE49-F238E27FC236}">
                <a16:creationId xmlns:a16="http://schemas.microsoft.com/office/drawing/2014/main" id="{A8DF63B6-4590-4049-A503-E631708CA045}"/>
              </a:ext>
            </a:extLst>
          </p:cNvPr>
          <p:cNvSpPr>
            <a:spLocks xmlns:a="http://schemas.openxmlformats.org/drawingml/2006/main" noGrp="1"/>
          </p:cNvSpPr>
          <p:nvPr/>
        </p:nvSpPr>
        <p:spPr>
          <a:xfrm xmlns:a="http://schemas.openxmlformats.org/drawingml/2006/main">
            <a:off x="904875" y="1371600"/>
            <a:ext cx="1038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325" b="1">
                <a:solidFill>
                  <a:srgbClr val="2F237E"/>
                </a:solidFill>
                <a:latin typeface="Arial"/>
                <a:ea typeface="Arial"/>
                <a:cs typeface="Arial"/>
              </a:defRPr>
            </a:pPr>
            <a:r>
              <a:rPr sz="2325" b="1">
                <a:solidFill>
                  <a:srgbClr val="2F237E"/>
                </a:solidFill>
                <a:latin typeface="Arial"/>
                <a:ea typeface="Arial"/>
                <a:cs typeface="Arial"/>
              </a:rPr>
              <a:t>Phân biệt phạm vi đã duyệt và phần đã triển khai</a:t>
            </a:r>
          </a:p>
        </p:txBody>
      </p:sp>
      <p:sp>
        <p:nvSpPr>
          <p:cNvPr id="3" name="">
            <a:extLst xmlns:a="http://schemas.openxmlformats.org/drawingml/2006/main">
              <a:ext uri="{FF2B5EF4-FFF2-40B4-BE49-F238E27FC236}">
                <a16:creationId xmlns:a16="http://schemas.microsoft.com/office/drawing/2014/main" id="{3AF0E3F3-EF2C-460F-B627-D0A61870CF4B}"/>
              </a:ext>
            </a:extLst>
          </p:cNvPr>
          <p:cNvSpPr>
            <a:spLocks xmlns:a="http://schemas.openxmlformats.org/drawingml/2006/main" noGrp="1"/>
          </p:cNvSpPr>
          <p:nvPr/>
        </p:nvSpPr>
        <p:spPr>
          <a:xfrm xmlns:a="http://schemas.openxmlformats.org/drawingml/2006/main">
            <a:off x="904875" y="1857375"/>
            <a:ext cx="10382250" cy="28575"/>
          </a:xfrm>
          <a:prstGeom xmlns:a="http://schemas.openxmlformats.org/drawingml/2006/main" prst="rect">
            <a:avLst/>
          </a:prstGeom>
          <a:solidFill xmlns:a="http://schemas.openxmlformats.org/drawingml/2006/main">
            <a:srgbClr val="E7D000"/>
          </a:solidFill>
          <a:ln xmlns:a="http://schemas.openxmlformats.org/drawingml/2006/main" w="0">
            <a:solidFill>
              <a:srgbClr val="E7D000"/>
            </a:solidFill>
          </a:ln>
        </p:spPr>
      </p:sp>
      <p:sp>
        <p:nvSpPr>
          <p:cNvPr id="4" name="">
            <a:extLst xmlns:a="http://schemas.openxmlformats.org/drawingml/2006/main">
              <a:ext uri="{FF2B5EF4-FFF2-40B4-BE49-F238E27FC236}">
                <a16:creationId xmlns:a16="http://schemas.microsoft.com/office/drawing/2014/main" id="{A348AF14-76D5-4545-A26D-F0BDAE71CAF0}"/>
              </a:ext>
            </a:extLst>
          </p:cNvPr>
          <p:cNvSpPr>
            <a:spLocks xmlns:a="http://schemas.openxmlformats.org/drawingml/2006/main" noGrp="1"/>
          </p:cNvSpPr>
          <p:nvPr/>
        </p:nvSpPr>
        <p:spPr>
          <a:xfrm xmlns:a="http://schemas.openxmlformats.org/drawingml/2006/main">
            <a:off x="904875" y="2095500"/>
            <a:ext cx="4953000" cy="3333750"/>
          </a:xfrm>
          <a:prstGeom xmlns:a="http://schemas.openxmlformats.org/drawingml/2006/main" prst="roundRect">
            <a:avLst>
              <a:gd name="adj" fmla="val 2286"/>
            </a:avLst>
          </a:prstGeom>
          <a:solidFill xmlns:a="http://schemas.openxmlformats.org/drawingml/2006/main">
            <a:srgbClr val="DDF5E5"/>
          </a:solidFill>
          <a:ln xmlns:a="http://schemas.openxmlformats.org/drawingml/2006/main" w="9525">
            <a:solidFill>
              <a:srgbClr val="CAD5E2"/>
            </a:solidFill>
          </a:ln>
        </p:spPr>
      </p:sp>
      <p:sp>
        <p:nvSpPr>
          <p:cNvPr id="5" name="">
            <a:extLst xmlns:a="http://schemas.openxmlformats.org/drawingml/2006/main">
              <a:ext uri="{FF2B5EF4-FFF2-40B4-BE49-F238E27FC236}">
                <a16:creationId xmlns:a16="http://schemas.microsoft.com/office/drawing/2014/main" id="{5D529064-DB02-47DB-A11D-7FD22F43F0CA}"/>
              </a:ext>
            </a:extLst>
          </p:cNvPr>
          <p:cNvSpPr>
            <a:spLocks xmlns:a="http://schemas.openxmlformats.org/drawingml/2006/main" noGrp="1"/>
          </p:cNvSpPr>
          <p:nvPr/>
        </p:nvSpPr>
        <p:spPr>
          <a:xfrm xmlns:a="http://schemas.openxmlformats.org/drawingml/2006/main">
            <a:off x="1143000" y="233362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1">
                <a:solidFill>
                  <a:srgbClr val="177A43"/>
                </a:solidFill>
                <a:latin typeface="Arial"/>
                <a:ea typeface="Arial"/>
                <a:cs typeface="Arial"/>
              </a:defRPr>
            </a:pPr>
            <a:r>
              <a:rPr sz="1350" b="1">
                <a:solidFill>
                  <a:srgbClr val="177A43"/>
                </a:solidFill>
                <a:latin typeface="Arial"/>
                <a:ea typeface="Arial"/>
                <a:cs typeface="Arial"/>
              </a:rPr>
              <a:t>ĐÃ CÓ BẰNG CHỨNG NỀN TẢNG</a:t>
            </a:r>
          </a:p>
        </p:txBody>
      </p:sp>
      <p:sp>
        <p:nvSpPr>
          <p:cNvPr id="6" name="">
            <a:extLst xmlns:a="http://schemas.openxmlformats.org/drawingml/2006/main">
              <a:ext uri="{FF2B5EF4-FFF2-40B4-BE49-F238E27FC236}">
                <a16:creationId xmlns:a16="http://schemas.microsoft.com/office/drawing/2014/main" id="{F6BA4A89-1F7C-4EDF-9858-F9878C045B34}"/>
              </a:ext>
            </a:extLst>
          </p:cNvPr>
          <p:cNvSpPr>
            <a:spLocks xmlns:a="http://schemas.openxmlformats.org/drawingml/2006/main" noGrp="1"/>
          </p:cNvSpPr>
          <p:nvPr/>
        </p:nvSpPr>
        <p:spPr>
          <a:xfrm xmlns:a="http://schemas.openxmlformats.org/drawingml/2006/main">
            <a:off x="1190625" y="28575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177A43"/>
                </a:solidFill>
                <a:latin typeface="Arial"/>
                <a:ea typeface="Arial"/>
                <a:cs typeface="Arial"/>
              </a:defRPr>
            </a:pPr>
            <a:r>
              <a:rPr sz="1500" b="1">
                <a:solidFill>
                  <a:srgbClr val="177A43"/>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67869593-98BC-4AF6-9B82-239E3DA5E258}"/>
              </a:ext>
            </a:extLst>
          </p:cNvPr>
          <p:cNvSpPr>
            <a:spLocks xmlns:a="http://schemas.openxmlformats.org/drawingml/2006/main" noGrp="1"/>
          </p:cNvSpPr>
          <p:nvPr/>
        </p:nvSpPr>
        <p:spPr>
          <a:xfrm xmlns:a="http://schemas.openxmlformats.org/drawingml/2006/main">
            <a:off x="1571625" y="283845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1">
                <a:solidFill>
                  <a:srgbClr val="17233D"/>
                </a:solidFill>
                <a:latin typeface="Arial"/>
                <a:ea typeface="Arial"/>
                <a:cs typeface="Arial"/>
              </a:defRPr>
            </a:pPr>
            <a:r>
              <a:rPr sz="1275" b="1">
                <a:solidFill>
                  <a:srgbClr val="17233D"/>
                </a:solidFill>
                <a:latin typeface="Arial"/>
                <a:ea typeface="Arial"/>
                <a:cs typeface="Arial"/>
              </a:rPr>
              <a:t>UC-01: Xác thực và quản lý phiên</a:t>
            </a:r>
          </a:p>
        </p:txBody>
      </p:sp>
      <p:sp>
        <p:nvSpPr>
          <p:cNvPr id="8" name="">
            <a:extLst xmlns:a="http://schemas.openxmlformats.org/drawingml/2006/main">
              <a:ext uri="{FF2B5EF4-FFF2-40B4-BE49-F238E27FC236}">
                <a16:creationId xmlns:a16="http://schemas.microsoft.com/office/drawing/2014/main" id="{908E92A7-DBFC-41FF-9982-0AD88EC912DA}"/>
              </a:ext>
            </a:extLst>
          </p:cNvPr>
          <p:cNvSpPr>
            <a:spLocks xmlns:a="http://schemas.openxmlformats.org/drawingml/2006/main" noGrp="1"/>
          </p:cNvSpPr>
          <p:nvPr/>
        </p:nvSpPr>
        <p:spPr>
          <a:xfrm xmlns:a="http://schemas.openxmlformats.org/drawingml/2006/main">
            <a:off x="1190625" y="337185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177A43"/>
                </a:solidFill>
                <a:latin typeface="Arial"/>
                <a:ea typeface="Arial"/>
                <a:cs typeface="Arial"/>
              </a:defRPr>
            </a:pPr>
            <a:r>
              <a:rPr sz="1500" b="1">
                <a:solidFill>
                  <a:srgbClr val="177A43"/>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3FD25E19-65CF-4278-8404-0F3F9FF54567}"/>
              </a:ext>
            </a:extLst>
          </p:cNvPr>
          <p:cNvSpPr>
            <a:spLocks xmlns:a="http://schemas.openxmlformats.org/drawingml/2006/main" noGrp="1"/>
          </p:cNvSpPr>
          <p:nvPr/>
        </p:nvSpPr>
        <p:spPr>
          <a:xfrm xmlns:a="http://schemas.openxmlformats.org/drawingml/2006/main">
            <a:off x="1571625" y="335280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1">
                <a:solidFill>
                  <a:srgbClr val="17233D"/>
                </a:solidFill>
                <a:latin typeface="Arial"/>
                <a:ea typeface="Arial"/>
                <a:cs typeface="Arial"/>
              </a:defRPr>
            </a:pPr>
            <a:r>
              <a:rPr sz="1275" b="1">
                <a:solidFill>
                  <a:srgbClr val="17233D"/>
                </a:solidFill>
                <a:latin typeface="Arial"/>
                <a:ea typeface="Arial"/>
                <a:cs typeface="Arial"/>
              </a:rPr>
              <a:t>Mô hình dữ liệu và seed cơ bản</a:t>
            </a:r>
          </a:p>
        </p:txBody>
      </p:sp>
      <p:sp>
        <p:nvSpPr>
          <p:cNvPr id="10" name="">
            <a:extLst xmlns:a="http://schemas.openxmlformats.org/drawingml/2006/main">
              <a:ext uri="{FF2B5EF4-FFF2-40B4-BE49-F238E27FC236}">
                <a16:creationId xmlns:a16="http://schemas.microsoft.com/office/drawing/2014/main" id="{38917E78-F640-496D-94D1-064C8D883891}"/>
              </a:ext>
            </a:extLst>
          </p:cNvPr>
          <p:cNvSpPr>
            <a:spLocks xmlns:a="http://schemas.openxmlformats.org/drawingml/2006/main" noGrp="1"/>
          </p:cNvSpPr>
          <p:nvPr/>
        </p:nvSpPr>
        <p:spPr>
          <a:xfrm xmlns:a="http://schemas.openxmlformats.org/drawingml/2006/main">
            <a:off x="1190625" y="38862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177A43"/>
                </a:solidFill>
                <a:latin typeface="Arial"/>
                <a:ea typeface="Arial"/>
                <a:cs typeface="Arial"/>
              </a:defRPr>
            </a:pPr>
            <a:r>
              <a:rPr sz="1500" b="1">
                <a:solidFill>
                  <a:srgbClr val="177A43"/>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996BD8EE-C600-4877-BF5A-8CD48BB3E953}"/>
              </a:ext>
            </a:extLst>
          </p:cNvPr>
          <p:cNvSpPr>
            <a:spLocks xmlns:a="http://schemas.openxmlformats.org/drawingml/2006/main" noGrp="1"/>
          </p:cNvSpPr>
          <p:nvPr/>
        </p:nvSpPr>
        <p:spPr>
          <a:xfrm xmlns:a="http://schemas.openxmlformats.org/drawingml/2006/main">
            <a:off x="1571625" y="386715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1">
                <a:solidFill>
                  <a:srgbClr val="17233D"/>
                </a:solidFill>
                <a:latin typeface="Arial"/>
                <a:ea typeface="Arial"/>
                <a:cs typeface="Arial"/>
              </a:defRPr>
            </a:pPr>
            <a:r>
              <a:rPr sz="1275" b="1">
                <a:solidFill>
                  <a:srgbClr val="17233D"/>
                </a:solidFill>
                <a:latin typeface="Arial"/>
                <a:ea typeface="Arial"/>
                <a:cs typeface="Arial"/>
              </a:rPr>
              <a:t>RLS, Storage và record_review</a:t>
            </a:r>
          </a:p>
        </p:txBody>
      </p:sp>
      <p:sp>
        <p:nvSpPr>
          <p:cNvPr id="12" name="">
            <a:extLst xmlns:a="http://schemas.openxmlformats.org/drawingml/2006/main">
              <a:ext uri="{FF2B5EF4-FFF2-40B4-BE49-F238E27FC236}">
                <a16:creationId xmlns:a16="http://schemas.microsoft.com/office/drawing/2014/main" id="{4BBD24D0-620E-4495-B25B-AD41B5E4ADA2}"/>
              </a:ext>
            </a:extLst>
          </p:cNvPr>
          <p:cNvSpPr>
            <a:spLocks xmlns:a="http://schemas.openxmlformats.org/drawingml/2006/main" noGrp="1"/>
          </p:cNvSpPr>
          <p:nvPr/>
        </p:nvSpPr>
        <p:spPr>
          <a:xfrm xmlns:a="http://schemas.openxmlformats.org/drawingml/2006/main">
            <a:off x="1190625" y="440055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177A43"/>
                </a:solidFill>
                <a:latin typeface="Arial"/>
                <a:ea typeface="Arial"/>
                <a:cs typeface="Arial"/>
              </a:defRPr>
            </a:pPr>
            <a:r>
              <a:rPr sz="1500" b="1">
                <a:solidFill>
                  <a:srgbClr val="177A43"/>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8856322B-673E-473C-B14F-3E7CC1D3EE9C}"/>
              </a:ext>
            </a:extLst>
          </p:cNvPr>
          <p:cNvSpPr>
            <a:spLocks xmlns:a="http://schemas.openxmlformats.org/drawingml/2006/main" noGrp="1"/>
          </p:cNvSpPr>
          <p:nvPr/>
        </p:nvSpPr>
        <p:spPr>
          <a:xfrm xmlns:a="http://schemas.openxmlformats.org/drawingml/2006/main">
            <a:off x="1571625" y="438150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1">
                <a:solidFill>
                  <a:srgbClr val="17233D"/>
                </a:solidFill>
                <a:latin typeface="Arial"/>
                <a:ea typeface="Arial"/>
                <a:cs typeface="Arial"/>
              </a:defRPr>
            </a:pPr>
            <a:r>
              <a:rPr sz="1275" b="1">
                <a:solidFill>
                  <a:srgbClr val="17233D"/>
                </a:solidFill>
                <a:latin typeface="Arial"/>
                <a:ea typeface="Arial"/>
                <a:cs typeface="Arial"/>
              </a:rPr>
              <a:t>Web learner foundation</a:t>
            </a:r>
          </a:p>
        </p:txBody>
      </p:sp>
      <p:sp>
        <p:nvSpPr>
          <p:cNvPr id="14" name="">
            <a:extLst xmlns:a="http://schemas.openxmlformats.org/drawingml/2006/main">
              <a:ext uri="{FF2B5EF4-FFF2-40B4-BE49-F238E27FC236}">
                <a16:creationId xmlns:a16="http://schemas.microsoft.com/office/drawing/2014/main" id="{4D947927-912F-4DCD-9119-3142614FA896}"/>
              </a:ext>
            </a:extLst>
          </p:cNvPr>
          <p:cNvSpPr>
            <a:spLocks xmlns:a="http://schemas.openxmlformats.org/drawingml/2006/main" noGrp="1"/>
          </p:cNvSpPr>
          <p:nvPr/>
        </p:nvSpPr>
        <p:spPr>
          <a:xfrm xmlns:a="http://schemas.openxmlformats.org/drawingml/2006/main">
            <a:off x="6238875" y="2095500"/>
            <a:ext cx="5048250" cy="3333750"/>
          </a:xfrm>
          <a:prstGeom xmlns:a="http://schemas.openxmlformats.org/drawingml/2006/main" prst="roundRect">
            <a:avLst>
              <a:gd name="adj" fmla="val 2286"/>
            </a:avLst>
          </a:prstGeom>
          <a:solidFill xmlns:a="http://schemas.openxmlformats.org/drawingml/2006/main">
            <a:srgbClr val="FFF0C2"/>
          </a:solidFill>
          <a:ln xmlns:a="http://schemas.openxmlformats.org/drawingml/2006/main" w="9525">
            <a:solidFill>
              <a:srgbClr val="CAD5E2"/>
            </a:solidFill>
          </a:ln>
        </p:spPr>
      </p:sp>
      <p:sp>
        <p:nvSpPr>
          <p:cNvPr id="15" name="">
            <a:extLst xmlns:a="http://schemas.openxmlformats.org/drawingml/2006/main">
              <a:ext uri="{FF2B5EF4-FFF2-40B4-BE49-F238E27FC236}">
                <a16:creationId xmlns:a16="http://schemas.microsoft.com/office/drawing/2014/main" id="{C7999577-AE58-459B-9ADA-4A8CCA1EF64A}"/>
              </a:ext>
            </a:extLst>
          </p:cNvPr>
          <p:cNvSpPr>
            <a:spLocks xmlns:a="http://schemas.openxmlformats.org/drawingml/2006/main" noGrp="1"/>
          </p:cNvSpPr>
          <p:nvPr/>
        </p:nvSpPr>
        <p:spPr>
          <a:xfrm xmlns:a="http://schemas.openxmlformats.org/drawingml/2006/main">
            <a:off x="6477000" y="2333625"/>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1">
                <a:solidFill>
                  <a:srgbClr val="9B5B00"/>
                </a:solidFill>
                <a:latin typeface="Arial"/>
                <a:ea typeface="Arial"/>
                <a:cs typeface="Arial"/>
              </a:defRPr>
            </a:pPr>
            <a:r>
              <a:rPr sz="1350" b="1">
                <a:solidFill>
                  <a:srgbClr val="9B5B00"/>
                </a:solidFill>
                <a:latin typeface="Arial"/>
                <a:ea typeface="Arial"/>
                <a:cs typeface="Arial"/>
              </a:rPr>
              <a:t>CẦN HOÀN THIỆN Ở M2+ </a:t>
            </a:r>
          </a:p>
        </p:txBody>
      </p:sp>
      <p:sp>
        <p:nvSpPr>
          <p:cNvPr id="16" name="">
            <a:extLst xmlns:a="http://schemas.openxmlformats.org/drawingml/2006/main">
              <a:ext uri="{FF2B5EF4-FFF2-40B4-BE49-F238E27FC236}">
                <a16:creationId xmlns:a16="http://schemas.microsoft.com/office/drawing/2014/main" id="{48F578F5-BA7C-4A74-8BDB-B35154A64850}"/>
              </a:ext>
            </a:extLst>
          </p:cNvPr>
          <p:cNvSpPr>
            <a:spLocks xmlns:a="http://schemas.openxmlformats.org/drawingml/2006/main" noGrp="1"/>
          </p:cNvSpPr>
          <p:nvPr/>
        </p:nvSpPr>
        <p:spPr>
          <a:xfrm xmlns:a="http://schemas.openxmlformats.org/drawingml/2006/main">
            <a:off x="6524625" y="2800350"/>
            <a:ext cx="19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9B5B00"/>
                </a:solidFill>
                <a:latin typeface="Arial"/>
                <a:ea typeface="Arial"/>
                <a:cs typeface="Arial"/>
              </a:defRPr>
            </a:pPr>
            <a:r>
              <a:rPr sz="1500" b="1">
                <a:solidFill>
                  <a:srgbClr val="9B5B00"/>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1591302E-D149-4215-AFE7-EDE973F14E2C}"/>
              </a:ext>
            </a:extLst>
          </p:cNvPr>
          <p:cNvSpPr>
            <a:spLocks xmlns:a="http://schemas.openxmlformats.org/drawingml/2006/main" noGrp="1"/>
          </p:cNvSpPr>
          <p:nvPr/>
        </p:nvSpPr>
        <p:spPr>
          <a:xfrm xmlns:a="http://schemas.openxmlformats.org/drawingml/2006/main">
            <a:off x="6810375" y="278130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17233D"/>
                </a:solidFill>
                <a:latin typeface="Arial"/>
                <a:ea typeface="Arial"/>
                <a:cs typeface="Arial"/>
              </a:defRPr>
            </a:pPr>
            <a:r>
              <a:rPr sz="1200" b="1">
                <a:solidFill>
                  <a:srgbClr val="17233D"/>
                </a:solidFill>
                <a:latin typeface="Arial"/>
                <a:ea typeface="Arial"/>
                <a:cs typeface="Arial"/>
              </a:rPr>
              <a:t>UC-02/03: luồng học và engine bài tập</a:t>
            </a:r>
          </a:p>
        </p:txBody>
      </p:sp>
      <p:sp>
        <p:nvSpPr>
          <p:cNvPr id="18" name="">
            <a:extLst xmlns:a="http://schemas.openxmlformats.org/drawingml/2006/main">
              <a:ext uri="{FF2B5EF4-FFF2-40B4-BE49-F238E27FC236}">
                <a16:creationId xmlns:a16="http://schemas.microsoft.com/office/drawing/2014/main" id="{FAD75AF4-91FD-4E89-BB8D-E783B5521CBC}"/>
              </a:ext>
            </a:extLst>
          </p:cNvPr>
          <p:cNvSpPr>
            <a:spLocks xmlns:a="http://schemas.openxmlformats.org/drawingml/2006/main" noGrp="1"/>
          </p:cNvSpPr>
          <p:nvPr/>
        </p:nvSpPr>
        <p:spPr>
          <a:xfrm xmlns:a="http://schemas.openxmlformats.org/drawingml/2006/main">
            <a:off x="6524625" y="3238500"/>
            <a:ext cx="19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9B5B00"/>
                </a:solidFill>
                <a:latin typeface="Arial"/>
                <a:ea typeface="Arial"/>
                <a:cs typeface="Arial"/>
              </a:defRPr>
            </a:pPr>
            <a:r>
              <a:rPr sz="1500" b="1">
                <a:solidFill>
                  <a:srgbClr val="9B5B00"/>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5B1E6647-9154-4D53-BB2E-54CDE7C66E27}"/>
              </a:ext>
            </a:extLst>
          </p:cNvPr>
          <p:cNvSpPr>
            <a:spLocks xmlns:a="http://schemas.openxmlformats.org/drawingml/2006/main" noGrp="1"/>
          </p:cNvSpPr>
          <p:nvPr/>
        </p:nvSpPr>
        <p:spPr>
          <a:xfrm xmlns:a="http://schemas.openxmlformats.org/drawingml/2006/main">
            <a:off x="6810375" y="32194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17233D"/>
                </a:solidFill>
                <a:latin typeface="Arial"/>
                <a:ea typeface="Arial"/>
                <a:cs typeface="Arial"/>
              </a:defRPr>
            </a:pPr>
            <a:r>
              <a:rPr sz="1200" b="1">
                <a:solidFill>
                  <a:srgbClr val="17233D"/>
                </a:solidFill>
                <a:latin typeface="Arial"/>
                <a:ea typeface="Arial"/>
                <a:cs typeface="Arial"/>
              </a:rPr>
              <a:t>UC-05: audit policy SRS</a:t>
            </a:r>
          </a:p>
        </p:txBody>
      </p:sp>
      <p:sp>
        <p:nvSpPr>
          <p:cNvPr id="20" name="">
            <a:extLst xmlns:a="http://schemas.openxmlformats.org/drawingml/2006/main">
              <a:ext uri="{FF2B5EF4-FFF2-40B4-BE49-F238E27FC236}">
                <a16:creationId xmlns:a16="http://schemas.microsoft.com/office/drawing/2014/main" id="{9D1D8451-1B33-4727-AE1B-BD2174152DA5}"/>
              </a:ext>
            </a:extLst>
          </p:cNvPr>
          <p:cNvSpPr>
            <a:spLocks xmlns:a="http://schemas.openxmlformats.org/drawingml/2006/main" noGrp="1"/>
          </p:cNvSpPr>
          <p:nvPr/>
        </p:nvSpPr>
        <p:spPr>
          <a:xfrm xmlns:a="http://schemas.openxmlformats.org/drawingml/2006/main">
            <a:off x="6524625" y="3676650"/>
            <a:ext cx="19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9B5B00"/>
                </a:solidFill>
                <a:latin typeface="Arial"/>
                <a:ea typeface="Arial"/>
                <a:cs typeface="Arial"/>
              </a:defRPr>
            </a:pPr>
            <a:r>
              <a:rPr sz="1500" b="1">
                <a:solidFill>
                  <a:srgbClr val="9B5B00"/>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B0B3E296-A134-419F-8373-C2C8D2CBA1F9}"/>
              </a:ext>
            </a:extLst>
          </p:cNvPr>
          <p:cNvSpPr>
            <a:spLocks xmlns:a="http://schemas.openxmlformats.org/drawingml/2006/main" noGrp="1"/>
          </p:cNvSpPr>
          <p:nvPr/>
        </p:nvSpPr>
        <p:spPr>
          <a:xfrm xmlns:a="http://schemas.openxmlformats.org/drawingml/2006/main">
            <a:off x="6810375" y="365760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17233D"/>
                </a:solidFill>
                <a:latin typeface="Arial"/>
                <a:ea typeface="Arial"/>
                <a:cs typeface="Arial"/>
              </a:defRPr>
            </a:pPr>
            <a:r>
              <a:rPr sz="1200" b="1">
                <a:solidFill>
                  <a:srgbClr val="17233D"/>
                </a:solidFill>
                <a:latin typeface="Arial"/>
                <a:ea typeface="Arial"/>
                <a:cs typeface="Arial"/>
              </a:rPr>
              <a:t>UC-06: endpoint và UI kiểm tra câu</a:t>
            </a:r>
          </a:p>
        </p:txBody>
      </p:sp>
      <p:sp>
        <p:nvSpPr>
          <p:cNvPr id="22" name="">
            <a:extLst xmlns:a="http://schemas.openxmlformats.org/drawingml/2006/main">
              <a:ext uri="{FF2B5EF4-FFF2-40B4-BE49-F238E27FC236}">
                <a16:creationId xmlns:a16="http://schemas.microsoft.com/office/drawing/2014/main" id="{CDC6EFDF-3499-4B80-BBFD-E37778857DD1}"/>
              </a:ext>
            </a:extLst>
          </p:cNvPr>
          <p:cNvSpPr>
            <a:spLocks xmlns:a="http://schemas.openxmlformats.org/drawingml/2006/main" noGrp="1"/>
          </p:cNvSpPr>
          <p:nvPr/>
        </p:nvSpPr>
        <p:spPr>
          <a:xfrm xmlns:a="http://schemas.openxmlformats.org/drawingml/2006/main">
            <a:off x="6524625" y="4114800"/>
            <a:ext cx="19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9B5B00"/>
                </a:solidFill>
                <a:latin typeface="Arial"/>
                <a:ea typeface="Arial"/>
                <a:cs typeface="Arial"/>
              </a:defRPr>
            </a:pPr>
            <a:r>
              <a:rPr sz="1500" b="1">
                <a:solidFill>
                  <a:srgbClr val="9B5B00"/>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CEAC0C6C-1C54-423F-9855-A8F2AEAFFE69}"/>
              </a:ext>
            </a:extLst>
          </p:cNvPr>
          <p:cNvSpPr>
            <a:spLocks xmlns:a="http://schemas.openxmlformats.org/drawingml/2006/main" noGrp="1"/>
          </p:cNvSpPr>
          <p:nvPr/>
        </p:nvSpPr>
        <p:spPr>
          <a:xfrm xmlns:a="http://schemas.openxmlformats.org/drawingml/2006/main">
            <a:off x="6810375" y="40957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17233D"/>
                </a:solidFill>
                <a:latin typeface="Arial"/>
                <a:ea typeface="Arial"/>
                <a:cs typeface="Arial"/>
              </a:defRPr>
            </a:pPr>
            <a:r>
              <a:rPr sz="1200" b="1">
                <a:solidFill>
                  <a:srgbClr val="17233D"/>
                </a:solidFill>
                <a:latin typeface="Arial"/>
                <a:ea typeface="Arial"/>
                <a:cs typeface="Arial"/>
              </a:rPr>
              <a:t>UC-07/08: hành vi tiến độ và reminder</a:t>
            </a:r>
          </a:p>
        </p:txBody>
      </p:sp>
      <p:sp>
        <p:nvSpPr>
          <p:cNvPr id="24" name="">
            <a:extLst xmlns:a="http://schemas.openxmlformats.org/drawingml/2006/main">
              <a:ext uri="{FF2B5EF4-FFF2-40B4-BE49-F238E27FC236}">
                <a16:creationId xmlns:a16="http://schemas.microsoft.com/office/drawing/2014/main" id="{EBD73927-68AD-4201-A462-2E052B1FF774}"/>
              </a:ext>
            </a:extLst>
          </p:cNvPr>
          <p:cNvSpPr>
            <a:spLocks xmlns:a="http://schemas.openxmlformats.org/drawingml/2006/main" noGrp="1"/>
          </p:cNvSpPr>
          <p:nvPr/>
        </p:nvSpPr>
        <p:spPr>
          <a:xfrm xmlns:a="http://schemas.openxmlformats.org/drawingml/2006/main">
            <a:off x="6524625" y="4552950"/>
            <a:ext cx="19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9B5B00"/>
                </a:solidFill>
                <a:latin typeface="Arial"/>
                <a:ea typeface="Arial"/>
                <a:cs typeface="Arial"/>
              </a:defRPr>
            </a:pPr>
            <a:r>
              <a:rPr sz="1500" b="1">
                <a:solidFill>
                  <a:srgbClr val="9B5B00"/>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04AEA520-DC43-475D-98AF-9BE3FF68BC27}"/>
              </a:ext>
            </a:extLst>
          </p:cNvPr>
          <p:cNvSpPr>
            <a:spLocks xmlns:a="http://schemas.openxmlformats.org/drawingml/2006/main" noGrp="1"/>
          </p:cNvSpPr>
          <p:nvPr/>
        </p:nvSpPr>
        <p:spPr>
          <a:xfrm xmlns:a="http://schemas.openxmlformats.org/drawingml/2006/main">
            <a:off x="6810375" y="453390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17233D"/>
                </a:solidFill>
                <a:latin typeface="Arial"/>
                <a:ea typeface="Arial"/>
                <a:cs typeface="Arial"/>
              </a:defRPr>
            </a:pPr>
            <a:r>
              <a:rPr sz="1200" b="1">
                <a:solidFill>
                  <a:srgbClr val="17233D"/>
                </a:solidFill>
                <a:latin typeface="Arial"/>
                <a:ea typeface="Arial"/>
                <a:cs typeface="Arial"/>
              </a:rPr>
              <a:t>UC-09/10: scoring, persistence và UI</a:t>
            </a:r>
          </a:p>
        </p:txBody>
      </p:sp>
    </p:spTree>
    <p:extLst>
      <p:ext uri="{BB962C8B-B14F-4D97-AF65-F5344CB8AC3E}">
        <p14:creationId xmlns:p14="http://schemas.microsoft.com/office/powerpoint/2010/main" val="35938298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2026-09-07T03:08:11.5440000Z</dcterms:created>
  <dcterms:modified xsi:type="dcterms:W3CDTF">2026-09-07T03:08:11.5440000Z</dcterms:modified>
</coreProperties>
</file>