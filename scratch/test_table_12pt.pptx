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1430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3200400"/>
                <a:gridCol w="2103120"/>
                <a:gridCol w="2377440"/>
                <a:gridCol w="2179015"/>
              </a:tblGrid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Tên Ca Sử Dụng Chuẩn Tắc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Sơ Đồ Hoạt Động (Slide Mới)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Lớp Dữ Liệu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Phạm Vi Triển Khai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Authenticate &amp; Manage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Profile,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Configure Goals &amp; Study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Take Placement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6, 7 (Placement)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AssessmentResult, SkillProfile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Browse Learning Path &amp; Conditional Jump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10, 11 (Jump)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Course, Unit, Lesson, UserProgress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 Lesson Exercises &amp; Controlled 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8, 9 (Learning &amp; Retry)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Lesson, Exercise, UserProgress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Spaced Repetition Review (SRS)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Vocabulary, UserVocabSrs, ReviewLog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Track Progress, Mastery &amp; Streak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8 (Streak Update)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Profile, UserProgress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Create &amp; Edit Lesson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12, 13 (Governance)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Lesson, LessonRevision, Exercise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Review &amp; Moderate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12 (Moderator Review)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LessonRevision, AuditLog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Publish Approved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12, 13 (Publication)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Unit, Lesson, LessonRevision, AuditLog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 Accounts &amp;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Profile, Role, AuditLog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View System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UserProgress, AuditLog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View &amp; Audit Security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AuditLog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(Phase 2 MVP)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Handle Support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MVP (Điều phối hỗ trợ)</a:t>
                      </a:r>
                    </a:p>
                  </a:txBody>
                  <a:tcPr/>
                </a:tc>
              </a:tr>
              <a:tr h="302895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UC-15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 Cohorts &amp; Group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FUTURE EXTENSION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