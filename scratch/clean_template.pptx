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embeddedFontLst>
    <p:embeddedFont>
      <p:font typeface="Calibri" panose="020F0502020204030204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6F4F7D-73C1-67D0-64F8-21A110678158}" name="NGUYỄN THU HƯƠNG" initials="NH" userId="S::huong221230872@lms.utc.edu.vn::e66aaea9-0883-446e-870a-cc2e76c0dd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microsoft.com/office/2018/10/relationships/authors" Target="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ustomXml" Target="../customXml/item3.xml"/><Relationship Id="rId14" Type="http://schemas.openxmlformats.org/officeDocument/2006/relationships/customXml" Target="../customXml/item2.xml"/><Relationship Id="rId13" Type="http://schemas.openxmlformats.org/officeDocument/2006/relationships/customXml" Target="../customXml/item1.xml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 (</a:t>
            </a:r>
            <a:r>
              <a:rPr lang="en-US" err="1"/>
              <a:t>áp</a:t>
            </a:r>
            <a:r>
              <a:rPr lang="en-US" baseline="0"/>
              <a:t> </a:t>
            </a:r>
            <a:r>
              <a:rPr lang="en-US" baseline="0" err="1"/>
              <a:t>dụng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bài</a:t>
            </a:r>
            <a:r>
              <a:rPr lang="en-US" baseline="0"/>
              <a:t> </a:t>
            </a:r>
            <a:r>
              <a:rPr lang="en-US" baseline="0" err="1"/>
              <a:t>trình</a:t>
            </a:r>
            <a:r>
              <a:rPr lang="en-US" baseline="0"/>
              <a:t> </a:t>
            </a:r>
            <a:r>
              <a:rPr lang="en-US" baseline="0" err="1"/>
              <a:t>bày</a:t>
            </a:r>
            <a:r>
              <a:rPr lang="en-US" baseline="0"/>
              <a:t> Slide </a:t>
            </a:r>
            <a:r>
              <a:rPr lang="en-US" baseline="0" err="1"/>
              <a:t>của</a:t>
            </a:r>
            <a:r>
              <a:rPr lang="en-US" baseline="0"/>
              <a:t> SV, </a:t>
            </a:r>
            <a:r>
              <a:rPr lang="en-US" baseline="0" err="1"/>
              <a:t>tuỳ</a:t>
            </a:r>
            <a:r>
              <a:rPr lang="en-US" baseline="0"/>
              <a:t> </a:t>
            </a:r>
            <a:r>
              <a:rPr lang="en-US" baseline="0" err="1"/>
              <a:t>theo</a:t>
            </a:r>
            <a:r>
              <a:rPr lang="en-US" baseline="0"/>
              <a:t> y/c </a:t>
            </a:r>
            <a:r>
              <a:rPr lang="en-US" baseline="0" err="1"/>
              <a:t>đưa</a:t>
            </a:r>
            <a:r>
              <a:rPr lang="en-US" baseline="0"/>
              <a:t> </a:t>
            </a:r>
            <a:r>
              <a:rPr lang="en-US" baseline="0" err="1"/>
              <a:t>ra</a:t>
            </a:r>
            <a:r>
              <a:rPr lang="en-US" baseline="0"/>
              <a:t> </a:t>
            </a:r>
            <a:r>
              <a:rPr lang="en-US" baseline="0" err="1"/>
              <a:t>Tiếng</a:t>
            </a:r>
            <a:r>
              <a:rPr lang="en-US" baseline="0"/>
              <a:t> </a:t>
            </a:r>
            <a:r>
              <a:rPr lang="en-US" baseline="0" err="1"/>
              <a:t>Anh</a:t>
            </a:r>
            <a:r>
              <a:rPr lang="en-US" baseline="0"/>
              <a:t> hay </a:t>
            </a:r>
            <a:r>
              <a:rPr lang="en-US" baseline="0" err="1"/>
              <a:t>Tiếng</a:t>
            </a:r>
            <a:r>
              <a:rPr lang="en-US" baseline="0"/>
              <a:t> </a:t>
            </a:r>
            <a:r>
              <a:rPr lang="en-US" baseline="0" err="1"/>
              <a:t>Việt</a:t>
            </a:r>
            <a:r>
              <a:rPr lang="en-US" baseline="0"/>
              <a:t> </a:t>
            </a:r>
            <a:r>
              <a:rPr lang="en-US" baseline="0" err="1"/>
              <a:t>để</a:t>
            </a:r>
            <a:r>
              <a:rPr lang="en-US" baseline="0"/>
              <a:t> </a:t>
            </a:r>
            <a:r>
              <a:rPr lang="en-US" baseline="0" err="1"/>
              <a:t>chọn</a:t>
            </a:r>
            <a:r>
              <a:rPr lang="en-US" baseline="0"/>
              <a:t> </a:t>
            </a:r>
            <a:r>
              <a:rPr lang="en-US" baseline="0" err="1"/>
              <a:t>ngôn</a:t>
            </a:r>
            <a:r>
              <a:rPr lang="en-US" baseline="0"/>
              <a:t> </a:t>
            </a:r>
            <a:r>
              <a:rPr lang="en-US" baseline="0" err="1"/>
              <a:t>ngữ</a:t>
            </a:r>
            <a:r>
              <a:rPr lang="en-US" baseline="0"/>
              <a:t> </a:t>
            </a:r>
            <a:r>
              <a:rPr lang="en-US" baseline="0" err="1"/>
              <a:t>trình</a:t>
            </a:r>
            <a:r>
              <a:rPr lang="en-US" baseline="0"/>
              <a:t> </a:t>
            </a:r>
            <a:r>
              <a:rPr lang="en-US" baseline="0" err="1"/>
              <a:t>bày</a:t>
            </a:r>
            <a:r>
              <a:rPr lang="en-US" baseline="0"/>
              <a:t> </a:t>
            </a:r>
            <a:r>
              <a:rPr lang="en-US" baseline="0" err="1"/>
              <a:t>theo</a:t>
            </a:r>
            <a:r>
              <a:rPr lang="en-US" baseline="0"/>
              <a:t> </a:t>
            </a:r>
            <a:r>
              <a:rPr lang="en-US" baseline="0" err="1"/>
              <a:t>đúng</a:t>
            </a:r>
            <a:r>
              <a:rPr lang="en-US" baseline="0"/>
              <a:t> y/c </a:t>
            </a:r>
            <a:r>
              <a:rPr lang="en-US" baseline="0" err="1"/>
              <a:t>của</a:t>
            </a:r>
            <a:r>
              <a:rPr lang="en-US" baseline="0"/>
              <a:t> </a:t>
            </a:r>
            <a:r>
              <a:rPr lang="en-US" baseline="0" err="1"/>
              <a:t>giảng</a:t>
            </a:r>
            <a:r>
              <a:rPr lang="en-US" baseline="0"/>
              <a:t> </a:t>
            </a:r>
            <a:r>
              <a:rPr lang="en-US" baseline="0" err="1"/>
              <a:t>viên</a:t>
            </a:r>
            <a:r>
              <a:rPr lang="en-US" baseline="0"/>
              <a:t>)</a:t>
            </a: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/>
              <a:t>Font </a:t>
            </a:r>
            <a:r>
              <a:rPr lang="en-US" baseline="0" err="1"/>
              <a:t>chữ</a:t>
            </a:r>
            <a:r>
              <a:rPr lang="en-US" baseline="0"/>
              <a:t> (</a:t>
            </a:r>
            <a:r>
              <a:rPr lang="en-US" baseline="0" err="1"/>
              <a:t>áp</a:t>
            </a:r>
            <a:r>
              <a:rPr lang="en-US" baseline="0"/>
              <a:t> </a:t>
            </a:r>
            <a:r>
              <a:rPr lang="en-US" baseline="0" err="1"/>
              <a:t>dụng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tất</a:t>
            </a:r>
            <a:r>
              <a:rPr lang="en-US" baseline="0"/>
              <a:t> </a:t>
            </a:r>
            <a:r>
              <a:rPr lang="en-US" baseline="0" err="1"/>
              <a:t>cả</a:t>
            </a:r>
            <a:r>
              <a:rPr lang="en-US" baseline="0"/>
              <a:t> </a:t>
            </a:r>
            <a:r>
              <a:rPr lang="en-US" baseline="0" err="1"/>
              <a:t>các</a:t>
            </a:r>
            <a:r>
              <a:rPr lang="en-US" baseline="0"/>
              <a:t> slide): Times New Roman</a:t>
            </a: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err="1"/>
              <a:t>Trong</a:t>
            </a:r>
            <a:r>
              <a:rPr lang="en-US" baseline="0"/>
              <a:t> slide </a:t>
            </a:r>
            <a:r>
              <a:rPr lang="en-US" baseline="0" err="1"/>
              <a:t>này</a:t>
            </a:r>
            <a:r>
              <a:rPr lang="en-US" baseline="0"/>
              <a:t>: </a:t>
            </a:r>
            <a:r>
              <a:rPr lang="en-US" baseline="0" err="1"/>
              <a:t>Cỡ</a:t>
            </a:r>
            <a:r>
              <a:rPr lang="en-US" baseline="0"/>
              <a:t> </a:t>
            </a:r>
            <a:r>
              <a:rPr lang="en-US" baseline="0" err="1"/>
              <a:t>chữ</a:t>
            </a:r>
            <a:r>
              <a:rPr lang="en-US" baseline="0"/>
              <a:t>, font </a:t>
            </a:r>
            <a:r>
              <a:rPr lang="en-US" baseline="0" err="1"/>
              <a:t>chữ</a:t>
            </a:r>
            <a:r>
              <a:rPr lang="en-US" baseline="0"/>
              <a:t>, </a:t>
            </a:r>
            <a:r>
              <a:rPr lang="en-US" baseline="0" err="1"/>
              <a:t>hình</a:t>
            </a:r>
            <a:r>
              <a:rPr lang="en-US" baseline="0"/>
              <a:t> </a:t>
            </a:r>
            <a:r>
              <a:rPr lang="en-US" baseline="0" err="1"/>
              <a:t>thức</a:t>
            </a:r>
            <a:r>
              <a:rPr lang="en-US" baseline="0"/>
              <a:t> </a:t>
            </a:r>
            <a:r>
              <a:rPr lang="en-US" baseline="0" err="1"/>
              <a:t>giữ</a:t>
            </a:r>
            <a:r>
              <a:rPr lang="en-US" baseline="0"/>
              <a:t> </a:t>
            </a:r>
            <a:r>
              <a:rPr lang="en-US" baseline="0" err="1"/>
              <a:t>nguyên</a:t>
            </a:r>
            <a:r>
              <a:rPr lang="en-US" baseline="0"/>
              <a:t>, </a:t>
            </a:r>
            <a:r>
              <a:rPr lang="en-US" baseline="0" err="1"/>
              <a:t>nội</a:t>
            </a:r>
            <a:r>
              <a:rPr lang="en-US" baseline="0"/>
              <a:t> dung </a:t>
            </a:r>
            <a:r>
              <a:rPr lang="en-US" baseline="0" err="1"/>
              <a:t>thay</a:t>
            </a:r>
            <a:r>
              <a:rPr lang="en-US" baseline="0"/>
              <a:t> </a:t>
            </a:r>
            <a:r>
              <a:rPr lang="en-US" baseline="0" err="1"/>
              <a:t>đổi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phù</a:t>
            </a:r>
            <a:r>
              <a:rPr lang="en-US" baseline="0"/>
              <a:t> </a:t>
            </a:r>
            <a:r>
              <a:rPr lang="en-US" baseline="0" err="1"/>
              <a:t>hợp</a:t>
            </a:r>
            <a:r>
              <a:rPr lang="en-US" baseline="0"/>
              <a:t> </a:t>
            </a:r>
            <a:r>
              <a:rPr lang="en-US" baseline="0" err="1"/>
              <a:t>với</a:t>
            </a:r>
            <a:r>
              <a:rPr lang="en-US" baseline="0"/>
              <a:t> </a:t>
            </a:r>
            <a:r>
              <a:rPr lang="en-US" baseline="0" err="1"/>
              <a:t>bài</a:t>
            </a:r>
            <a:r>
              <a:rPr lang="en-US" baseline="0"/>
              <a:t> </a:t>
            </a:r>
            <a:r>
              <a:rPr lang="en-US" baseline="0" err="1"/>
              <a:t>tập</a:t>
            </a:r>
            <a:r>
              <a:rPr lang="en-US" baseline="0"/>
              <a:t> </a:t>
            </a:r>
            <a:r>
              <a:rPr lang="en-US" baseline="0" err="1"/>
              <a:t>được</a:t>
            </a:r>
            <a:r>
              <a:rPr lang="en-US" baseline="0"/>
              <a:t> </a:t>
            </a:r>
            <a:r>
              <a:rPr lang="en-US" baseline="0" err="1"/>
              <a:t>giao</a:t>
            </a:r>
            <a:r>
              <a:rPr lang="en-US" baseline="0"/>
              <a:t>.</a:t>
            </a:r>
            <a:endParaRPr lang="en-US" baseline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êu đề và Nội dung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ề Bản chiếu">
  <p:cSld name="Tiêu đề Bản chiếu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37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/>
          <p:nvPr/>
        </p:nvSpPr>
        <p:spPr>
          <a:xfrm>
            <a:off x="1154545" y="558741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 panose="02020603050405020304"/>
              <a:buNone/>
            </a:pPr>
            <a:r>
              <a:rPr lang="vi-VN" sz="24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UNIVERSITY OF TRANSPORT AND COMMUNICATIONS</a:t>
            </a:r>
            <a:endParaRPr lang="vi-VN" sz="24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Google Shape;24;p7"/>
          <p:cNvSpPr txBox="1"/>
          <p:nvPr/>
        </p:nvSpPr>
        <p:spPr>
          <a:xfrm>
            <a:off x="1154546" y="59846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 panose="02020603050405020304"/>
              <a:buNone/>
            </a:pPr>
            <a:r>
              <a:rPr lang="vi-VN" sz="28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TRƯỜNG ĐẠI HỌC GIAO THÔNG VẬN TẢI</a:t>
            </a:r>
            <a:endParaRPr lang="vi-VN" sz="28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0" y="1478154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LUẬN VĂN THẠC SĨ</a:t>
            </a:r>
            <a:endParaRPr lang="vi-VN"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-1" y="1978448"/>
            <a:ext cx="12192000" cy="16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NGHIÊN CỨU PHƯƠNG PHÁP ĐO ĐẠC HIỆN TRƯỜNG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RUNG ĐỘNG ĐẤT NỀN KHI THI CÔNG TUYẾN ĐƯỜNG SẮT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ĐÔ THỊ THÍ ĐIỂM THÀNH PHỐ HÀ NỘI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3729627"/>
            <a:ext cx="12192000" cy="139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NGÀNH: KỸ THUẬT XÂY DỰNG CÔNG TRÌNH GIAO THÔNG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MÃ SỐ: 60.58.02.05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CHUYÊN NGÀNH: XÂY DỰNG CẦU HẦM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0" y="5202948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TRẦN THẢO LINH</a:t>
            </a:r>
            <a:endParaRPr lang="vi-VN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HƯỚNG DẪN KHOA HỌC: TS. NGUYỄN THỊ CẨM NHUNG</a:t>
            </a:r>
            <a:endParaRPr lang="vi-VN"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-1" y="6468481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Hà Nội – 2020</a:t>
            </a:r>
            <a:endParaRPr lang="vi-VN" sz="24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Đầu trang của Phần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Hai Nội dung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Phép so sánh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Chỉ Tiêu đề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Trống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Nội dung với Chú thích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Ảnh với Chú thích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êu đề và Văn bản Dọc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êu đề Dọc và Văn bản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_Tiêu đề Bản chiếu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-2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 panose="02020603050405020304"/>
              <a:buNone/>
              <a:defRPr sz="36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Bảng 4"/>
          <p:cNvGraphicFramePr>
            <a:graphicFrameLocks noGrp="1"/>
          </p:cNvGraphicFramePr>
          <p:nvPr/>
        </p:nvGraphicFramePr>
        <p:xfrm>
          <a:off x="2501660" y="4068792"/>
          <a:ext cx="7179945" cy="2444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240"/>
                <a:gridCol w="1971739"/>
                <a:gridCol w="2144915"/>
              </a:tblGrid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1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1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 err="1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79984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0811C320DB09146B949355C1F67BBAE" ma:contentTypeVersion="7" ma:contentTypeDescription="Tạo tài liệu mới." ma:contentTypeScope="" ma:versionID="ca2d4ab66a161cc7c4457210eee4cb1a">
  <xsd:schema xmlns:xsd="http://www.w3.org/2001/XMLSchema" xmlns:xs="http://www.w3.org/2001/XMLSchema" xmlns:p="http://schemas.microsoft.com/office/2006/metadata/properties" xmlns:ns2="fd63efce-8fbd-4040-94f1-ea540616c8b8" targetNamespace="http://schemas.microsoft.com/office/2006/metadata/properties" ma:root="true" ma:fieldsID="1c7eaee93ad99eb446dcbd3c704fa23a" ns2:_="">
    <xsd:import namespace="fd63efce-8fbd-4040-94f1-ea540616c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4D521-0D26-4840-9D47-26175F4F494F}">
  <ds:schemaRefs/>
</ds:datastoreItem>
</file>

<file path=customXml/itemProps2.xml><?xml version="1.0" encoding="utf-8"?>
<ds:datastoreItem xmlns:ds="http://schemas.openxmlformats.org/officeDocument/2006/customXml" ds:itemID="{B0F4B562-84E9-4060-9761-9EDF48B0D71C}">
  <ds:schemaRefs/>
</ds:datastoreItem>
</file>

<file path=customXml/itemProps3.xml><?xml version="1.0" encoding="utf-8"?>
<ds:datastoreItem xmlns:ds="http://schemas.openxmlformats.org/officeDocument/2006/customXml" ds:itemID="{73E56004-A989-4E15-9184-F5E96785329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Màn hình rộng</PresentationFormat>
  <Paragraphs>0</Paragraphs>
  <Slides>1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Theme1</vt:lpstr>
      <vt:lpstr>TRƯỜNG ĐẠI HỌC GIAO THÔNG VẬN TẢI UNIVERSITY OF TRANSPOST AND COMMUNICATIONS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GIAO THÔNG VẬN TẢI UNIVERSITY OF TRANSPOST AND COMMUNICATIONS</dc:title>
  <dc:creator>NGUYEN QUANG  HUAN</dc:creator>
  <cp:lastModifiedBy>tungt</cp:lastModifiedBy>
  <cp:revision>6</cp:revision>
  <dcterms:created xsi:type="dcterms:W3CDTF">2022-12-05T13:13:00Z</dcterms:created>
  <dcterms:modified xsi:type="dcterms:W3CDTF">2026-09-21T01:27:59Z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ContentTypeId">
    <vt:lpwstr>0x01010060811C320DB09146B949355C1F67BBAE</vt:lpwstr>
  </property>
  <property fmtid="{D5CDD505-2E9C-101B-9397-08002B2CF9AE}" pid="4" name="ICV">
    <vt:lpwstr>6C58EB0633564694A65888EF796954F7_12</vt:lpwstr>
  </property>
</Properties>
</file>